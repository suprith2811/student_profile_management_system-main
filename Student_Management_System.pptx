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5"/>
  </p:notesMasterIdLst>
  <p:sldIdLst>
    <p:sldId id="258" r:id="rId2"/>
    <p:sldId id="259" r:id="rId3"/>
    <p:sldId id="260" r:id="rId4"/>
    <p:sldId id="261" r:id="rId5"/>
    <p:sldId id="262" r:id="rId6"/>
    <p:sldId id="263" r:id="rId7"/>
    <p:sldId id="266" r:id="rId8"/>
    <p:sldId id="267" r:id="rId9"/>
    <p:sldId id="268" r:id="rId10"/>
    <p:sldId id="269" r:id="rId11"/>
    <p:sldId id="270" r:id="rId12"/>
    <p:sldId id="271" r:id="rId13"/>
    <p:sldId id="272" r:id="rId14"/>
  </p:sldIdLst>
  <p:sldSz cx="9144000" cy="5143500" type="screen16x9"/>
  <p:notesSz cx="6858000" cy="9144000"/>
  <p:embeddedFontLst>
    <p:embeddedFont>
      <p:font typeface="Abel" panose="02000506030000020004" pitchFamily="2" charset="0"/>
      <p:regular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Proxima Nova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08CCCE5-F9F0-4360-B2D1-33B7CE0FEEC3}">
  <a:tblStyle styleId="{E08CCCE5-F9F0-4360-B2D1-33B7CE0FEEC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2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" name="Google Shape;34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1d9925e6c9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g11d9925e6c9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1d9925e6c9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g11d9925e6c9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0" name="Google Shape;3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1d9925e6c9_1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11d9925e6c9_1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1d9925e6c9_1_6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g11d9925e6c9_1_6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1d9925e6c9_1_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8" name="Google Shape;418;g11d9925e6c9_1_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0333a77b08_8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6" name="Google Shape;426;g10333a77b08_8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0333a77b08_8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g10333a77b08_8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?utm_source=slidesgo_template&amp;utm_medium=referral-link&amp;utm_campaign=s%20g_resources&amp;utm_content=flaticon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?utm_source=slidesgo_template&amp;utm_medium=referral-link&amp;utm_campaign=s%20g_resources&amp;utm_content=freepik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4"/>
          <p:cNvGrpSpPr/>
          <p:nvPr/>
        </p:nvGrpSpPr>
        <p:grpSpPr>
          <a:xfrm>
            <a:off x="-2605604" y="-2596319"/>
            <a:ext cx="13108099" cy="11195356"/>
            <a:chOff x="-2605604" y="-2596319"/>
            <a:chExt cx="13108099" cy="11195356"/>
          </a:xfrm>
        </p:grpSpPr>
        <p:sp>
          <p:nvSpPr>
            <p:cNvPr id="33" name="Google Shape;33;p4"/>
            <p:cNvSpPr/>
            <p:nvPr/>
          </p:nvSpPr>
          <p:spPr>
            <a:xfrm rot="812392">
              <a:off x="912002" y="2074247"/>
              <a:ext cx="2434973" cy="2625289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5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" name="Google Shape;34;p4"/>
            <p:cNvGrpSpPr/>
            <p:nvPr/>
          </p:nvGrpSpPr>
          <p:grpSpPr>
            <a:xfrm rot="375330">
              <a:off x="5113664" y="3499605"/>
              <a:ext cx="5140787" cy="4833747"/>
              <a:chOff x="8101026" y="3219567"/>
              <a:chExt cx="3887249" cy="3655079"/>
            </a:xfrm>
          </p:grpSpPr>
          <p:sp>
            <p:nvSpPr>
              <p:cNvPr id="35" name="Google Shape;35;p4"/>
              <p:cNvSpPr/>
              <p:nvPr/>
            </p:nvSpPr>
            <p:spPr>
              <a:xfrm rot="594768">
                <a:off x="8328626" y="3845818"/>
                <a:ext cx="2348800" cy="2847915"/>
              </a:xfrm>
              <a:custGeom>
                <a:avLst/>
                <a:gdLst/>
                <a:ahLst/>
                <a:cxnLst/>
                <a:rect l="l" t="t" r="r" b="b"/>
                <a:pathLst>
                  <a:path w="82142" h="99597" extrusionOk="0">
                    <a:moveTo>
                      <a:pt x="26433" y="99596"/>
                    </a:moveTo>
                    <a:lnTo>
                      <a:pt x="26361" y="99549"/>
                    </a:lnTo>
                    <a:lnTo>
                      <a:pt x="1" y="83523"/>
                    </a:lnTo>
                    <a:lnTo>
                      <a:pt x="36" y="83439"/>
                    </a:lnTo>
                    <a:lnTo>
                      <a:pt x="29897" y="1286"/>
                    </a:lnTo>
                    <a:lnTo>
                      <a:pt x="29969" y="1286"/>
                    </a:lnTo>
                    <a:lnTo>
                      <a:pt x="82142" y="1"/>
                    </a:lnTo>
                    <a:lnTo>
                      <a:pt x="82094" y="144"/>
                    </a:lnTo>
                    <a:lnTo>
                      <a:pt x="59199" y="72462"/>
                    </a:lnTo>
                    <a:lnTo>
                      <a:pt x="59175" y="72474"/>
                    </a:lnTo>
                    <a:close/>
                    <a:moveTo>
                      <a:pt x="274" y="83428"/>
                    </a:moveTo>
                    <a:lnTo>
                      <a:pt x="26421" y="99322"/>
                    </a:lnTo>
                    <a:lnTo>
                      <a:pt x="59008" y="72331"/>
                    </a:lnTo>
                    <a:lnTo>
                      <a:pt x="81832" y="227"/>
                    </a:lnTo>
                    <a:lnTo>
                      <a:pt x="30040" y="150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4"/>
              <p:cNvSpPr/>
              <p:nvPr/>
            </p:nvSpPr>
            <p:spPr>
              <a:xfrm rot="-988308">
                <a:off x="8924872" y="3545996"/>
                <a:ext cx="2715038" cy="2850200"/>
              </a:xfrm>
              <a:custGeom>
                <a:avLst/>
                <a:gdLst/>
                <a:ahLst/>
                <a:cxnLst/>
                <a:rect l="l" t="t" r="r" b="b"/>
                <a:pathLst>
                  <a:path w="94953" h="99680" extrusionOk="0">
                    <a:moveTo>
                      <a:pt x="39160" y="99680"/>
                    </a:moveTo>
                    <a:lnTo>
                      <a:pt x="39088" y="99549"/>
                    </a:lnTo>
                    <a:lnTo>
                      <a:pt x="0" y="29707"/>
                    </a:lnTo>
                    <a:lnTo>
                      <a:pt x="131" y="29671"/>
                    </a:lnTo>
                    <a:lnTo>
                      <a:pt x="94857" y="1"/>
                    </a:lnTo>
                    <a:lnTo>
                      <a:pt x="94952" y="41887"/>
                    </a:lnTo>
                    <a:lnTo>
                      <a:pt x="94929" y="41923"/>
                    </a:lnTo>
                    <a:close/>
                    <a:moveTo>
                      <a:pt x="322" y="29838"/>
                    </a:moveTo>
                    <a:lnTo>
                      <a:pt x="39207" y="99311"/>
                    </a:lnTo>
                    <a:lnTo>
                      <a:pt x="94738" y="41792"/>
                    </a:lnTo>
                    <a:lnTo>
                      <a:pt x="94631" y="29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" name="Google Shape;37;p4"/>
            <p:cNvGrpSpPr/>
            <p:nvPr/>
          </p:nvGrpSpPr>
          <p:grpSpPr>
            <a:xfrm rot="2219984">
              <a:off x="-1772316" y="-1860620"/>
              <a:ext cx="3796560" cy="4039570"/>
              <a:chOff x="7558302" y="3163860"/>
              <a:chExt cx="3072637" cy="3269312"/>
            </a:xfrm>
          </p:grpSpPr>
          <p:sp>
            <p:nvSpPr>
              <p:cNvPr id="38" name="Google Shape;38;p4"/>
              <p:cNvSpPr/>
              <p:nvPr/>
            </p:nvSpPr>
            <p:spPr>
              <a:xfrm rot="-336564">
                <a:off x="7679458" y="3275364"/>
                <a:ext cx="2408737" cy="2597003"/>
              </a:xfrm>
              <a:custGeom>
                <a:avLst/>
                <a:gdLst/>
                <a:ahLst/>
                <a:cxnLst/>
                <a:rect l="l" t="t" r="r" b="b"/>
                <a:pathLst>
                  <a:path w="84238" h="90822" extrusionOk="0">
                    <a:moveTo>
                      <a:pt x="15348" y="90821"/>
                    </a:moveTo>
                    <a:lnTo>
                      <a:pt x="15312" y="90726"/>
                    </a:lnTo>
                    <a:lnTo>
                      <a:pt x="1" y="51566"/>
                    </a:lnTo>
                    <a:lnTo>
                      <a:pt x="45197" y="8501"/>
                    </a:lnTo>
                    <a:lnTo>
                      <a:pt x="45221" y="8501"/>
                    </a:lnTo>
                    <a:lnTo>
                      <a:pt x="76868" y="0"/>
                    </a:lnTo>
                    <a:lnTo>
                      <a:pt x="84238" y="19110"/>
                    </a:lnTo>
                    <a:lnTo>
                      <a:pt x="84238" y="19146"/>
                    </a:lnTo>
                    <a:lnTo>
                      <a:pt x="74486" y="79701"/>
                    </a:lnTo>
                    <a:lnTo>
                      <a:pt x="74403" y="79713"/>
                    </a:lnTo>
                    <a:close/>
                    <a:moveTo>
                      <a:pt x="275" y="51626"/>
                    </a:moveTo>
                    <a:lnTo>
                      <a:pt x="15491" y="90559"/>
                    </a:lnTo>
                    <a:lnTo>
                      <a:pt x="74284" y="79510"/>
                    </a:lnTo>
                    <a:lnTo>
                      <a:pt x="84011" y="19134"/>
                    </a:lnTo>
                    <a:lnTo>
                      <a:pt x="76737" y="262"/>
                    </a:lnTo>
                    <a:lnTo>
                      <a:pt x="45304" y="87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4"/>
              <p:cNvSpPr/>
              <p:nvPr/>
            </p:nvSpPr>
            <p:spPr>
              <a:xfrm rot="-336564">
                <a:off x="8146698" y="3440311"/>
                <a:ext cx="2348804" cy="2847919"/>
              </a:xfrm>
              <a:custGeom>
                <a:avLst/>
                <a:gdLst/>
                <a:ahLst/>
                <a:cxnLst/>
                <a:rect l="l" t="t" r="r" b="b"/>
                <a:pathLst>
                  <a:path w="82142" h="99597" extrusionOk="0">
                    <a:moveTo>
                      <a:pt x="26433" y="99596"/>
                    </a:moveTo>
                    <a:lnTo>
                      <a:pt x="26361" y="99549"/>
                    </a:lnTo>
                    <a:lnTo>
                      <a:pt x="1" y="83523"/>
                    </a:lnTo>
                    <a:lnTo>
                      <a:pt x="36" y="83439"/>
                    </a:lnTo>
                    <a:lnTo>
                      <a:pt x="29897" y="1286"/>
                    </a:lnTo>
                    <a:lnTo>
                      <a:pt x="29969" y="1286"/>
                    </a:lnTo>
                    <a:lnTo>
                      <a:pt x="82142" y="1"/>
                    </a:lnTo>
                    <a:lnTo>
                      <a:pt x="82094" y="144"/>
                    </a:lnTo>
                    <a:lnTo>
                      <a:pt x="59199" y="72462"/>
                    </a:lnTo>
                    <a:lnTo>
                      <a:pt x="59175" y="72474"/>
                    </a:lnTo>
                    <a:close/>
                    <a:moveTo>
                      <a:pt x="274" y="83428"/>
                    </a:moveTo>
                    <a:lnTo>
                      <a:pt x="26421" y="99322"/>
                    </a:lnTo>
                    <a:lnTo>
                      <a:pt x="59008" y="72331"/>
                    </a:lnTo>
                    <a:lnTo>
                      <a:pt x="81832" y="227"/>
                    </a:lnTo>
                    <a:lnTo>
                      <a:pt x="30040" y="150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4"/>
              <p:cNvSpPr/>
              <p:nvPr/>
            </p:nvSpPr>
            <p:spPr>
              <a:xfrm rot="-336564">
                <a:off x="7783010" y="3457006"/>
                <a:ext cx="2715127" cy="2850293"/>
              </a:xfrm>
              <a:custGeom>
                <a:avLst/>
                <a:gdLst/>
                <a:ahLst/>
                <a:cxnLst/>
                <a:rect l="l" t="t" r="r" b="b"/>
                <a:pathLst>
                  <a:path w="94953" h="99680" extrusionOk="0">
                    <a:moveTo>
                      <a:pt x="39160" y="99680"/>
                    </a:moveTo>
                    <a:lnTo>
                      <a:pt x="39088" y="99549"/>
                    </a:lnTo>
                    <a:lnTo>
                      <a:pt x="0" y="29707"/>
                    </a:lnTo>
                    <a:lnTo>
                      <a:pt x="131" y="29671"/>
                    </a:lnTo>
                    <a:lnTo>
                      <a:pt x="94857" y="1"/>
                    </a:lnTo>
                    <a:lnTo>
                      <a:pt x="94952" y="41887"/>
                    </a:lnTo>
                    <a:lnTo>
                      <a:pt x="94929" y="41923"/>
                    </a:lnTo>
                    <a:close/>
                    <a:moveTo>
                      <a:pt x="322" y="29838"/>
                    </a:moveTo>
                    <a:lnTo>
                      <a:pt x="39207" y="99311"/>
                    </a:lnTo>
                    <a:lnTo>
                      <a:pt x="94738" y="41792"/>
                    </a:lnTo>
                    <a:lnTo>
                      <a:pt x="94631" y="29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1" name="Google Shape;41;p4"/>
          <p:cNvSpPr txBox="1">
            <a:spLocks noGrp="1"/>
          </p:cNvSpPr>
          <p:nvPr>
            <p:ph type="body" idx="1"/>
          </p:nvPr>
        </p:nvSpPr>
        <p:spPr>
          <a:xfrm>
            <a:off x="4624775" y="2123100"/>
            <a:ext cx="3294600" cy="13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5"/>
          <p:cNvGrpSpPr/>
          <p:nvPr/>
        </p:nvGrpSpPr>
        <p:grpSpPr>
          <a:xfrm>
            <a:off x="-1870949" y="-2015865"/>
            <a:ext cx="12501888" cy="9499587"/>
            <a:chOff x="-1870949" y="-2015865"/>
            <a:chExt cx="12501888" cy="9499587"/>
          </a:xfrm>
        </p:grpSpPr>
        <p:sp>
          <p:nvSpPr>
            <p:cNvPr id="45" name="Google Shape;45;p5"/>
            <p:cNvSpPr/>
            <p:nvPr/>
          </p:nvSpPr>
          <p:spPr>
            <a:xfrm rot="-336564">
              <a:off x="7679458" y="3275364"/>
              <a:ext cx="2408737" cy="2597003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5"/>
            <p:cNvSpPr/>
            <p:nvPr/>
          </p:nvSpPr>
          <p:spPr>
            <a:xfrm rot="-336564">
              <a:off x="8146698" y="3440311"/>
              <a:ext cx="2348804" cy="2847919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5"/>
            <p:cNvSpPr/>
            <p:nvPr/>
          </p:nvSpPr>
          <p:spPr>
            <a:xfrm rot="-336564">
              <a:off x="7783010" y="3457006"/>
              <a:ext cx="2715127" cy="2850293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5"/>
            <p:cNvSpPr/>
            <p:nvPr/>
          </p:nvSpPr>
          <p:spPr>
            <a:xfrm rot="10463436">
              <a:off x="8101045" y="-1455062"/>
              <a:ext cx="2408737" cy="2597003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5"/>
            <p:cNvSpPr/>
            <p:nvPr/>
          </p:nvSpPr>
          <p:spPr>
            <a:xfrm rot="10463436">
              <a:off x="7693739" y="-1870925"/>
              <a:ext cx="2348804" cy="2847919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5"/>
            <p:cNvSpPr/>
            <p:nvPr/>
          </p:nvSpPr>
          <p:spPr>
            <a:xfrm rot="10463436">
              <a:off x="7691103" y="-1889993"/>
              <a:ext cx="2715127" cy="2850293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 rot="-336564">
              <a:off x="-1374459" y="4490863"/>
              <a:ext cx="2348804" cy="2847919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5"/>
            <p:cNvSpPr/>
            <p:nvPr/>
          </p:nvSpPr>
          <p:spPr>
            <a:xfrm rot="-336564">
              <a:off x="-1738147" y="4507557"/>
              <a:ext cx="2715127" cy="2850293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1"/>
          </p:nvPr>
        </p:nvSpPr>
        <p:spPr>
          <a:xfrm>
            <a:off x="1573800" y="1470499"/>
            <a:ext cx="26802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2"/>
          </p:nvPr>
        </p:nvSpPr>
        <p:spPr>
          <a:xfrm>
            <a:off x="1573800" y="1638475"/>
            <a:ext cx="2680200" cy="7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title" idx="3"/>
          </p:nvPr>
        </p:nvSpPr>
        <p:spPr>
          <a:xfrm>
            <a:off x="718284" y="1405861"/>
            <a:ext cx="9573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subTitle" idx="4"/>
          </p:nvPr>
        </p:nvSpPr>
        <p:spPr>
          <a:xfrm>
            <a:off x="1573800" y="2591424"/>
            <a:ext cx="26802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subTitle" idx="5"/>
          </p:nvPr>
        </p:nvSpPr>
        <p:spPr>
          <a:xfrm>
            <a:off x="1573800" y="2759400"/>
            <a:ext cx="2680200" cy="7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title" idx="6"/>
          </p:nvPr>
        </p:nvSpPr>
        <p:spPr>
          <a:xfrm>
            <a:off x="718284" y="2526786"/>
            <a:ext cx="9573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subTitle" idx="7"/>
          </p:nvPr>
        </p:nvSpPr>
        <p:spPr>
          <a:xfrm>
            <a:off x="1573800" y="3712349"/>
            <a:ext cx="26802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subTitle" idx="8"/>
          </p:nvPr>
        </p:nvSpPr>
        <p:spPr>
          <a:xfrm>
            <a:off x="1573800" y="3880325"/>
            <a:ext cx="2680200" cy="7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title" idx="9"/>
          </p:nvPr>
        </p:nvSpPr>
        <p:spPr>
          <a:xfrm>
            <a:off x="718284" y="3647711"/>
            <a:ext cx="9573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13"/>
          </p:nvPr>
        </p:nvSpPr>
        <p:spPr>
          <a:xfrm>
            <a:off x="5261925" y="1470499"/>
            <a:ext cx="26802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14"/>
          </p:nvPr>
        </p:nvSpPr>
        <p:spPr>
          <a:xfrm>
            <a:off x="5261925" y="1638475"/>
            <a:ext cx="2680200" cy="7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title" idx="15"/>
          </p:nvPr>
        </p:nvSpPr>
        <p:spPr>
          <a:xfrm>
            <a:off x="4406409" y="1405861"/>
            <a:ext cx="9573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6" name="Google Shape;66;p5"/>
          <p:cNvSpPr txBox="1">
            <a:spLocks noGrp="1"/>
          </p:cNvSpPr>
          <p:nvPr>
            <p:ph type="subTitle" idx="16"/>
          </p:nvPr>
        </p:nvSpPr>
        <p:spPr>
          <a:xfrm>
            <a:off x="5261925" y="2591424"/>
            <a:ext cx="26802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" name="Google Shape;67;p5"/>
          <p:cNvSpPr txBox="1">
            <a:spLocks noGrp="1"/>
          </p:cNvSpPr>
          <p:nvPr>
            <p:ph type="subTitle" idx="17"/>
          </p:nvPr>
        </p:nvSpPr>
        <p:spPr>
          <a:xfrm>
            <a:off x="5261925" y="2759400"/>
            <a:ext cx="2680200" cy="7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title" idx="18"/>
          </p:nvPr>
        </p:nvSpPr>
        <p:spPr>
          <a:xfrm>
            <a:off x="4406409" y="2526786"/>
            <a:ext cx="9573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subTitle" idx="19"/>
          </p:nvPr>
        </p:nvSpPr>
        <p:spPr>
          <a:xfrm>
            <a:off x="5261925" y="3712349"/>
            <a:ext cx="26802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ubTitle" idx="20"/>
          </p:nvPr>
        </p:nvSpPr>
        <p:spPr>
          <a:xfrm>
            <a:off x="5261925" y="3880325"/>
            <a:ext cx="2680200" cy="7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title" idx="21"/>
          </p:nvPr>
        </p:nvSpPr>
        <p:spPr>
          <a:xfrm>
            <a:off x="4406409" y="3647711"/>
            <a:ext cx="9573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1_1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/>
          <p:nvPr/>
        </p:nvSpPr>
        <p:spPr>
          <a:xfrm rot="-1514360" flipH="1">
            <a:off x="-1463407" y="-1848832"/>
            <a:ext cx="2936660" cy="3082854"/>
          </a:xfrm>
          <a:custGeom>
            <a:avLst/>
            <a:gdLst/>
            <a:ahLst/>
            <a:cxnLst/>
            <a:rect l="l" t="t" r="r" b="b"/>
            <a:pathLst>
              <a:path w="94953" h="99680" extrusionOk="0">
                <a:moveTo>
                  <a:pt x="39160" y="99680"/>
                </a:moveTo>
                <a:lnTo>
                  <a:pt x="39088" y="99549"/>
                </a:lnTo>
                <a:lnTo>
                  <a:pt x="0" y="29707"/>
                </a:lnTo>
                <a:lnTo>
                  <a:pt x="131" y="29671"/>
                </a:lnTo>
                <a:lnTo>
                  <a:pt x="94857" y="1"/>
                </a:lnTo>
                <a:lnTo>
                  <a:pt x="94952" y="41887"/>
                </a:lnTo>
                <a:lnTo>
                  <a:pt x="94929" y="41923"/>
                </a:lnTo>
                <a:close/>
                <a:moveTo>
                  <a:pt x="322" y="29838"/>
                </a:moveTo>
                <a:lnTo>
                  <a:pt x="39207" y="99311"/>
                </a:lnTo>
                <a:lnTo>
                  <a:pt x="94738" y="41792"/>
                </a:lnTo>
                <a:lnTo>
                  <a:pt x="94631" y="299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50000">
                <a:schemeClr val="accent4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" name="Google Shape;74;p6"/>
          <p:cNvGrpSpPr/>
          <p:nvPr/>
        </p:nvGrpSpPr>
        <p:grpSpPr>
          <a:xfrm>
            <a:off x="6905484" y="3227563"/>
            <a:ext cx="4423512" cy="4265956"/>
            <a:chOff x="6905484" y="3227563"/>
            <a:chExt cx="4423512" cy="4265956"/>
          </a:xfrm>
        </p:grpSpPr>
        <p:sp>
          <p:nvSpPr>
            <p:cNvPr id="75" name="Google Shape;75;p6"/>
            <p:cNvSpPr/>
            <p:nvPr/>
          </p:nvSpPr>
          <p:spPr>
            <a:xfrm rot="6914343">
              <a:off x="7432635" y="4287777"/>
              <a:ext cx="2625055" cy="2830228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6"/>
            <p:cNvSpPr/>
            <p:nvPr/>
          </p:nvSpPr>
          <p:spPr>
            <a:xfrm rot="6914343">
              <a:off x="7929276" y="3855129"/>
              <a:ext cx="2559739" cy="3103678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6"/>
            <p:cNvSpPr/>
            <p:nvPr/>
          </p:nvSpPr>
          <p:spPr>
            <a:xfrm rot="6914343">
              <a:off x="7813807" y="3674924"/>
              <a:ext cx="2958960" cy="310626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" name="Google Shape;78;p6"/>
          <p:cNvSpPr/>
          <p:nvPr/>
        </p:nvSpPr>
        <p:spPr>
          <a:xfrm rot="-1430259" flipH="1">
            <a:off x="-1396986" y="-1399018"/>
            <a:ext cx="2580939" cy="2782664"/>
          </a:xfrm>
          <a:custGeom>
            <a:avLst/>
            <a:gdLst/>
            <a:ahLst/>
            <a:cxnLst/>
            <a:rect l="l" t="t" r="r" b="b"/>
            <a:pathLst>
              <a:path w="84238" h="90822" extrusionOk="0">
                <a:moveTo>
                  <a:pt x="15348" y="90821"/>
                </a:moveTo>
                <a:lnTo>
                  <a:pt x="15312" y="90726"/>
                </a:lnTo>
                <a:lnTo>
                  <a:pt x="1" y="51566"/>
                </a:lnTo>
                <a:lnTo>
                  <a:pt x="45197" y="8501"/>
                </a:lnTo>
                <a:lnTo>
                  <a:pt x="45221" y="8501"/>
                </a:lnTo>
                <a:lnTo>
                  <a:pt x="76868" y="0"/>
                </a:lnTo>
                <a:lnTo>
                  <a:pt x="84238" y="19110"/>
                </a:lnTo>
                <a:lnTo>
                  <a:pt x="84238" y="19146"/>
                </a:lnTo>
                <a:lnTo>
                  <a:pt x="74486" y="79701"/>
                </a:lnTo>
                <a:lnTo>
                  <a:pt x="74403" y="79713"/>
                </a:lnTo>
                <a:close/>
                <a:moveTo>
                  <a:pt x="275" y="51626"/>
                </a:moveTo>
                <a:lnTo>
                  <a:pt x="15491" y="90559"/>
                </a:lnTo>
                <a:lnTo>
                  <a:pt x="74284" y="79510"/>
                </a:lnTo>
                <a:lnTo>
                  <a:pt x="84011" y="19134"/>
                </a:lnTo>
                <a:lnTo>
                  <a:pt x="76737" y="262"/>
                </a:lnTo>
                <a:lnTo>
                  <a:pt x="45304" y="8704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50000">
                <a:schemeClr val="accent4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/>
          <p:nvPr/>
        </p:nvSpPr>
        <p:spPr>
          <a:xfrm rot="-1430259" flipH="1">
            <a:off x="-1653489" y="-1180746"/>
            <a:ext cx="2516720" cy="3051518"/>
          </a:xfrm>
          <a:custGeom>
            <a:avLst/>
            <a:gdLst/>
            <a:ahLst/>
            <a:cxnLst/>
            <a:rect l="l" t="t" r="r" b="b"/>
            <a:pathLst>
              <a:path w="82142" h="99597" extrusionOk="0">
                <a:moveTo>
                  <a:pt x="26433" y="99596"/>
                </a:moveTo>
                <a:lnTo>
                  <a:pt x="26361" y="99549"/>
                </a:lnTo>
                <a:lnTo>
                  <a:pt x="1" y="83523"/>
                </a:lnTo>
                <a:lnTo>
                  <a:pt x="36" y="83439"/>
                </a:lnTo>
                <a:lnTo>
                  <a:pt x="29897" y="1286"/>
                </a:lnTo>
                <a:lnTo>
                  <a:pt x="29969" y="1286"/>
                </a:lnTo>
                <a:lnTo>
                  <a:pt x="82142" y="1"/>
                </a:lnTo>
                <a:lnTo>
                  <a:pt x="82094" y="144"/>
                </a:lnTo>
                <a:lnTo>
                  <a:pt x="59199" y="72462"/>
                </a:lnTo>
                <a:lnTo>
                  <a:pt x="59175" y="72474"/>
                </a:lnTo>
                <a:close/>
                <a:moveTo>
                  <a:pt x="274" y="83428"/>
                </a:moveTo>
                <a:lnTo>
                  <a:pt x="26421" y="99322"/>
                </a:lnTo>
                <a:lnTo>
                  <a:pt x="59008" y="72331"/>
                </a:lnTo>
                <a:lnTo>
                  <a:pt x="81832" y="227"/>
                </a:lnTo>
                <a:lnTo>
                  <a:pt x="30040" y="1501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50000">
                <a:schemeClr val="accent4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3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3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3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3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3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3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3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3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7"/>
          <p:cNvGrpSpPr/>
          <p:nvPr/>
        </p:nvGrpSpPr>
        <p:grpSpPr>
          <a:xfrm>
            <a:off x="-1440508" y="-1153724"/>
            <a:ext cx="13405962" cy="9754155"/>
            <a:chOff x="-1440508" y="-1153724"/>
            <a:chExt cx="13405962" cy="9754155"/>
          </a:xfrm>
        </p:grpSpPr>
        <p:sp>
          <p:nvSpPr>
            <p:cNvPr id="83" name="Google Shape;83;p7"/>
            <p:cNvSpPr/>
            <p:nvPr/>
          </p:nvSpPr>
          <p:spPr>
            <a:xfrm rot="1514338">
              <a:off x="7444426" y="3937965"/>
              <a:ext cx="3844152" cy="403552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7"/>
            <p:cNvSpPr/>
            <p:nvPr/>
          </p:nvSpPr>
          <p:spPr>
            <a:xfrm rot="5114100">
              <a:off x="-1266016" y="-994810"/>
              <a:ext cx="2215747" cy="2388928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7"/>
            <p:cNvSpPr/>
            <p:nvPr/>
          </p:nvSpPr>
          <p:spPr>
            <a:xfrm rot="5114100">
              <a:off x="-760283" y="-943898"/>
              <a:ext cx="2160615" cy="2619741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7"/>
            <p:cNvSpPr/>
            <p:nvPr/>
          </p:nvSpPr>
          <p:spPr>
            <a:xfrm rot="5114100">
              <a:off x="-942760" y="-1111308"/>
              <a:ext cx="2497588" cy="262192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7"/>
            <p:cNvSpPr/>
            <p:nvPr/>
          </p:nvSpPr>
          <p:spPr>
            <a:xfrm rot="1430265">
              <a:off x="6938512" y="3660036"/>
              <a:ext cx="3378707" cy="3642785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7"/>
            <p:cNvSpPr/>
            <p:nvPr/>
          </p:nvSpPr>
          <p:spPr>
            <a:xfrm rot="1430265">
              <a:off x="7358361" y="3640970"/>
              <a:ext cx="3294638" cy="3994742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7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-2625958" y="-2071525"/>
            <a:ext cx="13782479" cy="8905482"/>
            <a:chOff x="-2625958" y="-2071525"/>
            <a:chExt cx="13782479" cy="8905482"/>
          </a:xfrm>
        </p:grpSpPr>
        <p:sp>
          <p:nvSpPr>
            <p:cNvPr id="93" name="Google Shape;93;p9"/>
            <p:cNvSpPr/>
            <p:nvPr/>
          </p:nvSpPr>
          <p:spPr>
            <a:xfrm rot="1514233">
              <a:off x="7878011" y="-1639693"/>
              <a:ext cx="2647934" cy="2779755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9"/>
            <p:cNvSpPr/>
            <p:nvPr/>
          </p:nvSpPr>
          <p:spPr>
            <a:xfrm rot="1514503">
              <a:off x="-2219652" y="4068093"/>
              <a:ext cx="2230706" cy="2405056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9"/>
            <p:cNvSpPr/>
            <p:nvPr/>
          </p:nvSpPr>
          <p:spPr>
            <a:xfrm rot="1514503">
              <a:off x="-1485024" y="3649180"/>
              <a:ext cx="2175201" cy="2637427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9"/>
            <p:cNvSpPr/>
            <p:nvPr/>
          </p:nvSpPr>
          <p:spPr>
            <a:xfrm rot="1514503">
              <a:off x="-1806691" y="3576585"/>
              <a:ext cx="2514449" cy="2639625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9"/>
            <p:cNvSpPr/>
            <p:nvPr/>
          </p:nvSpPr>
          <p:spPr>
            <a:xfrm rot="1430232">
              <a:off x="8138809" y="-1234074"/>
              <a:ext cx="2327211" cy="2509105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9"/>
            <p:cNvSpPr/>
            <p:nvPr/>
          </p:nvSpPr>
          <p:spPr>
            <a:xfrm rot="1430232">
              <a:off x="8428003" y="-1037258"/>
              <a:ext cx="2269306" cy="2751528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" name="Google Shape;99;p9"/>
          <p:cNvSpPr txBox="1">
            <a:spLocks noGrp="1"/>
          </p:cNvSpPr>
          <p:nvPr>
            <p:ph type="subTitle" idx="1"/>
          </p:nvPr>
        </p:nvSpPr>
        <p:spPr>
          <a:xfrm>
            <a:off x="1006900" y="1726125"/>
            <a:ext cx="3515100" cy="22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0"/>
          <p:cNvGrpSpPr/>
          <p:nvPr/>
        </p:nvGrpSpPr>
        <p:grpSpPr>
          <a:xfrm>
            <a:off x="-1645548" y="-2015865"/>
            <a:ext cx="14188756" cy="10087939"/>
            <a:chOff x="-1645548" y="-2015865"/>
            <a:chExt cx="14188756" cy="10087939"/>
          </a:xfrm>
        </p:grpSpPr>
        <p:grpSp>
          <p:nvGrpSpPr>
            <p:cNvPr id="103" name="Google Shape;103;p10"/>
            <p:cNvGrpSpPr/>
            <p:nvPr/>
          </p:nvGrpSpPr>
          <p:grpSpPr>
            <a:xfrm>
              <a:off x="-1645548" y="-2015865"/>
              <a:ext cx="3359587" cy="8686086"/>
              <a:chOff x="7271352" y="-2015865"/>
              <a:chExt cx="3359587" cy="8686086"/>
            </a:xfrm>
          </p:grpSpPr>
          <p:sp>
            <p:nvSpPr>
              <p:cNvPr id="104" name="Google Shape;104;p10"/>
              <p:cNvSpPr/>
              <p:nvPr/>
            </p:nvSpPr>
            <p:spPr>
              <a:xfrm rot="-336564">
                <a:off x="7392508" y="3512414"/>
                <a:ext cx="2408737" cy="2597003"/>
              </a:xfrm>
              <a:custGeom>
                <a:avLst/>
                <a:gdLst/>
                <a:ahLst/>
                <a:cxnLst/>
                <a:rect l="l" t="t" r="r" b="b"/>
                <a:pathLst>
                  <a:path w="84238" h="90822" extrusionOk="0">
                    <a:moveTo>
                      <a:pt x="15348" y="90821"/>
                    </a:moveTo>
                    <a:lnTo>
                      <a:pt x="15312" y="90726"/>
                    </a:lnTo>
                    <a:lnTo>
                      <a:pt x="1" y="51566"/>
                    </a:lnTo>
                    <a:lnTo>
                      <a:pt x="45197" y="8501"/>
                    </a:lnTo>
                    <a:lnTo>
                      <a:pt x="45221" y="8501"/>
                    </a:lnTo>
                    <a:lnTo>
                      <a:pt x="76868" y="0"/>
                    </a:lnTo>
                    <a:lnTo>
                      <a:pt x="84238" y="19110"/>
                    </a:lnTo>
                    <a:lnTo>
                      <a:pt x="84238" y="19146"/>
                    </a:lnTo>
                    <a:lnTo>
                      <a:pt x="74486" y="79701"/>
                    </a:lnTo>
                    <a:lnTo>
                      <a:pt x="74403" y="79713"/>
                    </a:lnTo>
                    <a:close/>
                    <a:moveTo>
                      <a:pt x="275" y="51626"/>
                    </a:moveTo>
                    <a:lnTo>
                      <a:pt x="15491" y="90559"/>
                    </a:lnTo>
                    <a:lnTo>
                      <a:pt x="74284" y="79510"/>
                    </a:lnTo>
                    <a:lnTo>
                      <a:pt x="84011" y="19134"/>
                    </a:lnTo>
                    <a:lnTo>
                      <a:pt x="76737" y="262"/>
                    </a:lnTo>
                    <a:lnTo>
                      <a:pt x="45304" y="87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10"/>
              <p:cNvSpPr/>
              <p:nvPr/>
            </p:nvSpPr>
            <p:spPr>
              <a:xfrm rot="-336564">
                <a:off x="7859748" y="3677361"/>
                <a:ext cx="2348804" cy="2847919"/>
              </a:xfrm>
              <a:custGeom>
                <a:avLst/>
                <a:gdLst/>
                <a:ahLst/>
                <a:cxnLst/>
                <a:rect l="l" t="t" r="r" b="b"/>
                <a:pathLst>
                  <a:path w="82142" h="99597" extrusionOk="0">
                    <a:moveTo>
                      <a:pt x="26433" y="99596"/>
                    </a:moveTo>
                    <a:lnTo>
                      <a:pt x="26361" y="99549"/>
                    </a:lnTo>
                    <a:lnTo>
                      <a:pt x="1" y="83523"/>
                    </a:lnTo>
                    <a:lnTo>
                      <a:pt x="36" y="83439"/>
                    </a:lnTo>
                    <a:lnTo>
                      <a:pt x="29897" y="1286"/>
                    </a:lnTo>
                    <a:lnTo>
                      <a:pt x="29969" y="1286"/>
                    </a:lnTo>
                    <a:lnTo>
                      <a:pt x="82142" y="1"/>
                    </a:lnTo>
                    <a:lnTo>
                      <a:pt x="82094" y="144"/>
                    </a:lnTo>
                    <a:lnTo>
                      <a:pt x="59199" y="72462"/>
                    </a:lnTo>
                    <a:lnTo>
                      <a:pt x="59175" y="72474"/>
                    </a:lnTo>
                    <a:close/>
                    <a:moveTo>
                      <a:pt x="274" y="83428"/>
                    </a:moveTo>
                    <a:lnTo>
                      <a:pt x="26421" y="99322"/>
                    </a:lnTo>
                    <a:lnTo>
                      <a:pt x="59008" y="72331"/>
                    </a:lnTo>
                    <a:lnTo>
                      <a:pt x="81832" y="227"/>
                    </a:lnTo>
                    <a:lnTo>
                      <a:pt x="30040" y="150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10"/>
              <p:cNvSpPr/>
              <p:nvPr/>
            </p:nvSpPr>
            <p:spPr>
              <a:xfrm rot="-336564">
                <a:off x="7496060" y="3694056"/>
                <a:ext cx="2715127" cy="2850293"/>
              </a:xfrm>
              <a:custGeom>
                <a:avLst/>
                <a:gdLst/>
                <a:ahLst/>
                <a:cxnLst/>
                <a:rect l="l" t="t" r="r" b="b"/>
                <a:pathLst>
                  <a:path w="94953" h="99680" extrusionOk="0">
                    <a:moveTo>
                      <a:pt x="39160" y="99680"/>
                    </a:moveTo>
                    <a:lnTo>
                      <a:pt x="39088" y="99549"/>
                    </a:lnTo>
                    <a:lnTo>
                      <a:pt x="0" y="29707"/>
                    </a:lnTo>
                    <a:lnTo>
                      <a:pt x="131" y="29671"/>
                    </a:lnTo>
                    <a:lnTo>
                      <a:pt x="94857" y="1"/>
                    </a:lnTo>
                    <a:lnTo>
                      <a:pt x="94952" y="41887"/>
                    </a:lnTo>
                    <a:lnTo>
                      <a:pt x="94929" y="41923"/>
                    </a:lnTo>
                    <a:close/>
                    <a:moveTo>
                      <a:pt x="322" y="29838"/>
                    </a:moveTo>
                    <a:lnTo>
                      <a:pt x="39207" y="99311"/>
                    </a:lnTo>
                    <a:lnTo>
                      <a:pt x="94738" y="41792"/>
                    </a:lnTo>
                    <a:lnTo>
                      <a:pt x="94631" y="29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10"/>
              <p:cNvSpPr/>
              <p:nvPr/>
            </p:nvSpPr>
            <p:spPr>
              <a:xfrm rot="10463436">
                <a:off x="8101045" y="-1455062"/>
                <a:ext cx="2408737" cy="2597003"/>
              </a:xfrm>
              <a:custGeom>
                <a:avLst/>
                <a:gdLst/>
                <a:ahLst/>
                <a:cxnLst/>
                <a:rect l="l" t="t" r="r" b="b"/>
                <a:pathLst>
                  <a:path w="84238" h="90822" extrusionOk="0">
                    <a:moveTo>
                      <a:pt x="15348" y="90821"/>
                    </a:moveTo>
                    <a:lnTo>
                      <a:pt x="15312" y="90726"/>
                    </a:lnTo>
                    <a:lnTo>
                      <a:pt x="1" y="51566"/>
                    </a:lnTo>
                    <a:lnTo>
                      <a:pt x="45197" y="8501"/>
                    </a:lnTo>
                    <a:lnTo>
                      <a:pt x="45221" y="8501"/>
                    </a:lnTo>
                    <a:lnTo>
                      <a:pt x="76868" y="0"/>
                    </a:lnTo>
                    <a:lnTo>
                      <a:pt x="84238" y="19110"/>
                    </a:lnTo>
                    <a:lnTo>
                      <a:pt x="84238" y="19146"/>
                    </a:lnTo>
                    <a:lnTo>
                      <a:pt x="74486" y="79701"/>
                    </a:lnTo>
                    <a:lnTo>
                      <a:pt x="74403" y="79713"/>
                    </a:lnTo>
                    <a:close/>
                    <a:moveTo>
                      <a:pt x="275" y="51626"/>
                    </a:moveTo>
                    <a:lnTo>
                      <a:pt x="15491" y="90559"/>
                    </a:lnTo>
                    <a:lnTo>
                      <a:pt x="74284" y="79510"/>
                    </a:lnTo>
                    <a:lnTo>
                      <a:pt x="84011" y="19134"/>
                    </a:lnTo>
                    <a:lnTo>
                      <a:pt x="76737" y="262"/>
                    </a:lnTo>
                    <a:lnTo>
                      <a:pt x="45304" y="87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10"/>
              <p:cNvSpPr/>
              <p:nvPr/>
            </p:nvSpPr>
            <p:spPr>
              <a:xfrm rot="10463436">
                <a:off x="7693739" y="-1870925"/>
                <a:ext cx="2348804" cy="2847919"/>
              </a:xfrm>
              <a:custGeom>
                <a:avLst/>
                <a:gdLst/>
                <a:ahLst/>
                <a:cxnLst/>
                <a:rect l="l" t="t" r="r" b="b"/>
                <a:pathLst>
                  <a:path w="82142" h="99597" extrusionOk="0">
                    <a:moveTo>
                      <a:pt x="26433" y="99596"/>
                    </a:moveTo>
                    <a:lnTo>
                      <a:pt x="26361" y="99549"/>
                    </a:lnTo>
                    <a:lnTo>
                      <a:pt x="1" y="83523"/>
                    </a:lnTo>
                    <a:lnTo>
                      <a:pt x="36" y="83439"/>
                    </a:lnTo>
                    <a:lnTo>
                      <a:pt x="29897" y="1286"/>
                    </a:lnTo>
                    <a:lnTo>
                      <a:pt x="29969" y="1286"/>
                    </a:lnTo>
                    <a:lnTo>
                      <a:pt x="82142" y="1"/>
                    </a:lnTo>
                    <a:lnTo>
                      <a:pt x="82094" y="144"/>
                    </a:lnTo>
                    <a:lnTo>
                      <a:pt x="59199" y="72462"/>
                    </a:lnTo>
                    <a:lnTo>
                      <a:pt x="59175" y="72474"/>
                    </a:lnTo>
                    <a:close/>
                    <a:moveTo>
                      <a:pt x="274" y="83428"/>
                    </a:moveTo>
                    <a:lnTo>
                      <a:pt x="26421" y="99322"/>
                    </a:lnTo>
                    <a:lnTo>
                      <a:pt x="59008" y="72331"/>
                    </a:lnTo>
                    <a:lnTo>
                      <a:pt x="81832" y="227"/>
                    </a:lnTo>
                    <a:lnTo>
                      <a:pt x="30040" y="150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10"/>
              <p:cNvSpPr/>
              <p:nvPr/>
            </p:nvSpPr>
            <p:spPr>
              <a:xfrm rot="10463436">
                <a:off x="7691103" y="-1889993"/>
                <a:ext cx="2715127" cy="2850293"/>
              </a:xfrm>
              <a:custGeom>
                <a:avLst/>
                <a:gdLst/>
                <a:ahLst/>
                <a:cxnLst/>
                <a:rect l="l" t="t" r="r" b="b"/>
                <a:pathLst>
                  <a:path w="94953" h="99680" extrusionOk="0">
                    <a:moveTo>
                      <a:pt x="39160" y="99680"/>
                    </a:moveTo>
                    <a:lnTo>
                      <a:pt x="39088" y="99549"/>
                    </a:lnTo>
                    <a:lnTo>
                      <a:pt x="0" y="29707"/>
                    </a:lnTo>
                    <a:lnTo>
                      <a:pt x="131" y="29671"/>
                    </a:lnTo>
                    <a:lnTo>
                      <a:pt x="94857" y="1"/>
                    </a:lnTo>
                    <a:lnTo>
                      <a:pt x="94952" y="41887"/>
                    </a:lnTo>
                    <a:lnTo>
                      <a:pt x="94929" y="41923"/>
                    </a:lnTo>
                    <a:close/>
                    <a:moveTo>
                      <a:pt x="322" y="29838"/>
                    </a:moveTo>
                    <a:lnTo>
                      <a:pt x="39207" y="99311"/>
                    </a:lnTo>
                    <a:lnTo>
                      <a:pt x="94738" y="41792"/>
                    </a:lnTo>
                    <a:lnTo>
                      <a:pt x="94631" y="29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0" name="Google Shape;110;p10"/>
            <p:cNvGrpSpPr/>
            <p:nvPr/>
          </p:nvGrpSpPr>
          <p:grpSpPr>
            <a:xfrm rot="2219984">
              <a:off x="7913359" y="3296804"/>
              <a:ext cx="3796560" cy="4039570"/>
              <a:chOff x="7558302" y="3163860"/>
              <a:chExt cx="3072637" cy="3269312"/>
            </a:xfrm>
          </p:grpSpPr>
          <p:sp>
            <p:nvSpPr>
              <p:cNvPr id="111" name="Google Shape;111;p10"/>
              <p:cNvSpPr/>
              <p:nvPr/>
            </p:nvSpPr>
            <p:spPr>
              <a:xfrm rot="-336564">
                <a:off x="7679458" y="3275364"/>
                <a:ext cx="2408737" cy="2597003"/>
              </a:xfrm>
              <a:custGeom>
                <a:avLst/>
                <a:gdLst/>
                <a:ahLst/>
                <a:cxnLst/>
                <a:rect l="l" t="t" r="r" b="b"/>
                <a:pathLst>
                  <a:path w="84238" h="90822" extrusionOk="0">
                    <a:moveTo>
                      <a:pt x="15348" y="90821"/>
                    </a:moveTo>
                    <a:lnTo>
                      <a:pt x="15312" y="90726"/>
                    </a:lnTo>
                    <a:lnTo>
                      <a:pt x="1" y="51566"/>
                    </a:lnTo>
                    <a:lnTo>
                      <a:pt x="45197" y="8501"/>
                    </a:lnTo>
                    <a:lnTo>
                      <a:pt x="45221" y="8501"/>
                    </a:lnTo>
                    <a:lnTo>
                      <a:pt x="76868" y="0"/>
                    </a:lnTo>
                    <a:lnTo>
                      <a:pt x="84238" y="19110"/>
                    </a:lnTo>
                    <a:lnTo>
                      <a:pt x="84238" y="19146"/>
                    </a:lnTo>
                    <a:lnTo>
                      <a:pt x="74486" y="79701"/>
                    </a:lnTo>
                    <a:lnTo>
                      <a:pt x="74403" y="79713"/>
                    </a:lnTo>
                    <a:close/>
                    <a:moveTo>
                      <a:pt x="275" y="51626"/>
                    </a:moveTo>
                    <a:lnTo>
                      <a:pt x="15491" y="90559"/>
                    </a:lnTo>
                    <a:lnTo>
                      <a:pt x="74284" y="79510"/>
                    </a:lnTo>
                    <a:lnTo>
                      <a:pt x="84011" y="19134"/>
                    </a:lnTo>
                    <a:lnTo>
                      <a:pt x="76737" y="262"/>
                    </a:lnTo>
                    <a:lnTo>
                      <a:pt x="45304" y="87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10"/>
              <p:cNvSpPr/>
              <p:nvPr/>
            </p:nvSpPr>
            <p:spPr>
              <a:xfrm rot="-336564">
                <a:off x="8146698" y="3440311"/>
                <a:ext cx="2348804" cy="2847919"/>
              </a:xfrm>
              <a:custGeom>
                <a:avLst/>
                <a:gdLst/>
                <a:ahLst/>
                <a:cxnLst/>
                <a:rect l="l" t="t" r="r" b="b"/>
                <a:pathLst>
                  <a:path w="82142" h="99597" extrusionOk="0">
                    <a:moveTo>
                      <a:pt x="26433" y="99596"/>
                    </a:moveTo>
                    <a:lnTo>
                      <a:pt x="26361" y="99549"/>
                    </a:lnTo>
                    <a:lnTo>
                      <a:pt x="1" y="83523"/>
                    </a:lnTo>
                    <a:lnTo>
                      <a:pt x="36" y="83439"/>
                    </a:lnTo>
                    <a:lnTo>
                      <a:pt x="29897" y="1286"/>
                    </a:lnTo>
                    <a:lnTo>
                      <a:pt x="29969" y="1286"/>
                    </a:lnTo>
                    <a:lnTo>
                      <a:pt x="82142" y="1"/>
                    </a:lnTo>
                    <a:lnTo>
                      <a:pt x="82094" y="144"/>
                    </a:lnTo>
                    <a:lnTo>
                      <a:pt x="59199" y="72462"/>
                    </a:lnTo>
                    <a:lnTo>
                      <a:pt x="59175" y="72474"/>
                    </a:lnTo>
                    <a:close/>
                    <a:moveTo>
                      <a:pt x="274" y="83428"/>
                    </a:moveTo>
                    <a:lnTo>
                      <a:pt x="26421" y="99322"/>
                    </a:lnTo>
                    <a:lnTo>
                      <a:pt x="59008" y="72331"/>
                    </a:lnTo>
                    <a:lnTo>
                      <a:pt x="81832" y="227"/>
                    </a:lnTo>
                    <a:lnTo>
                      <a:pt x="30040" y="150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10"/>
              <p:cNvSpPr/>
              <p:nvPr/>
            </p:nvSpPr>
            <p:spPr>
              <a:xfrm rot="-336564">
                <a:off x="7783010" y="3457006"/>
                <a:ext cx="2715127" cy="2850293"/>
              </a:xfrm>
              <a:custGeom>
                <a:avLst/>
                <a:gdLst/>
                <a:ahLst/>
                <a:cxnLst/>
                <a:rect l="l" t="t" r="r" b="b"/>
                <a:pathLst>
                  <a:path w="94953" h="99680" extrusionOk="0">
                    <a:moveTo>
                      <a:pt x="39160" y="99680"/>
                    </a:moveTo>
                    <a:lnTo>
                      <a:pt x="39088" y="99549"/>
                    </a:lnTo>
                    <a:lnTo>
                      <a:pt x="0" y="29707"/>
                    </a:lnTo>
                    <a:lnTo>
                      <a:pt x="131" y="29671"/>
                    </a:lnTo>
                    <a:lnTo>
                      <a:pt x="94857" y="1"/>
                    </a:lnTo>
                    <a:lnTo>
                      <a:pt x="94952" y="41887"/>
                    </a:lnTo>
                    <a:lnTo>
                      <a:pt x="94929" y="41923"/>
                    </a:lnTo>
                    <a:close/>
                    <a:moveTo>
                      <a:pt x="322" y="29838"/>
                    </a:moveTo>
                    <a:lnTo>
                      <a:pt x="39207" y="99311"/>
                    </a:lnTo>
                    <a:lnTo>
                      <a:pt x="94738" y="41792"/>
                    </a:lnTo>
                    <a:lnTo>
                      <a:pt x="94631" y="29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4" name="Google Shape;114;p10"/>
          <p:cNvSpPr txBox="1">
            <a:spLocks noGrp="1"/>
          </p:cNvSpPr>
          <p:nvPr>
            <p:ph type="body" idx="1"/>
          </p:nvPr>
        </p:nvSpPr>
        <p:spPr>
          <a:xfrm>
            <a:off x="1427100" y="1221400"/>
            <a:ext cx="2946900" cy="27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5" name="Google Shape;115;p10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1"/>
          <p:cNvGrpSpPr/>
          <p:nvPr/>
        </p:nvGrpSpPr>
        <p:grpSpPr>
          <a:xfrm>
            <a:off x="-585686" y="-1099379"/>
            <a:ext cx="10929759" cy="7352891"/>
            <a:chOff x="-585686" y="-1099379"/>
            <a:chExt cx="10929759" cy="7352891"/>
          </a:xfrm>
        </p:grpSpPr>
        <p:sp>
          <p:nvSpPr>
            <p:cNvPr id="118" name="Google Shape;118;p11"/>
            <p:cNvSpPr/>
            <p:nvPr/>
          </p:nvSpPr>
          <p:spPr>
            <a:xfrm rot="315833">
              <a:off x="-470260" y="2809509"/>
              <a:ext cx="2437809" cy="2628347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1"/>
            <p:cNvSpPr/>
            <p:nvPr/>
          </p:nvSpPr>
          <p:spPr>
            <a:xfrm rot="315833">
              <a:off x="-13572" y="3038950"/>
              <a:ext cx="2377152" cy="2882292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1"/>
            <p:cNvSpPr/>
            <p:nvPr/>
          </p:nvSpPr>
          <p:spPr>
            <a:xfrm rot="315833">
              <a:off x="-286641" y="3248850"/>
              <a:ext cx="2747897" cy="288469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1"/>
            <p:cNvSpPr/>
            <p:nvPr/>
          </p:nvSpPr>
          <p:spPr>
            <a:xfrm rot="315633">
              <a:off x="6771567" y="-971975"/>
              <a:ext cx="2924002" cy="3152541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1"/>
            <p:cNvSpPr/>
            <p:nvPr/>
          </p:nvSpPr>
          <p:spPr>
            <a:xfrm rot="315633">
              <a:off x="6951891" y="-552494"/>
              <a:ext cx="2851248" cy="3457132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1"/>
            <p:cNvSpPr/>
            <p:nvPr/>
          </p:nvSpPr>
          <p:spPr>
            <a:xfrm rot="315633">
              <a:off x="6896466" y="-360189"/>
              <a:ext cx="3295933" cy="3460013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1"/>
            <p:cNvSpPr/>
            <p:nvPr/>
          </p:nvSpPr>
          <p:spPr>
            <a:xfrm>
              <a:off x="1271525" y="759175"/>
              <a:ext cx="6595500" cy="3645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1"/>
            <p:cNvSpPr/>
            <p:nvPr/>
          </p:nvSpPr>
          <p:spPr>
            <a:xfrm rot="5400000">
              <a:off x="2739044" y="-751734"/>
              <a:ext cx="3665822" cy="6646939"/>
            </a:xfrm>
            <a:custGeom>
              <a:avLst/>
              <a:gdLst/>
              <a:ahLst/>
              <a:cxnLst/>
              <a:rect l="l" t="t" r="r" b="b"/>
              <a:pathLst>
                <a:path w="47852" h="71534" extrusionOk="0">
                  <a:moveTo>
                    <a:pt x="47852" y="71533"/>
                  </a:moveTo>
                  <a:lnTo>
                    <a:pt x="0" y="71533"/>
                  </a:lnTo>
                  <a:lnTo>
                    <a:pt x="0" y="0"/>
                  </a:lnTo>
                  <a:lnTo>
                    <a:pt x="47852" y="0"/>
                  </a:lnTo>
                  <a:close/>
                  <a:moveTo>
                    <a:pt x="441" y="71093"/>
                  </a:moveTo>
                  <a:lnTo>
                    <a:pt x="47411" y="71093"/>
                  </a:lnTo>
                  <a:lnTo>
                    <a:pt x="47411" y="453"/>
                  </a:lnTo>
                  <a:lnTo>
                    <a:pt x="441" y="453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2716500" y="2904100"/>
            <a:ext cx="3711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ubTitle" idx="1"/>
          </p:nvPr>
        </p:nvSpPr>
        <p:spPr>
          <a:xfrm>
            <a:off x="1986000" y="1750675"/>
            <a:ext cx="5172000" cy="13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2"/>
          <p:cNvGrpSpPr/>
          <p:nvPr/>
        </p:nvGrpSpPr>
        <p:grpSpPr>
          <a:xfrm>
            <a:off x="-585686" y="-1099379"/>
            <a:ext cx="10929759" cy="7352891"/>
            <a:chOff x="-585686" y="-1099379"/>
            <a:chExt cx="10929759" cy="7352891"/>
          </a:xfrm>
        </p:grpSpPr>
        <p:sp>
          <p:nvSpPr>
            <p:cNvPr id="130" name="Google Shape;130;p12"/>
            <p:cNvSpPr/>
            <p:nvPr/>
          </p:nvSpPr>
          <p:spPr>
            <a:xfrm rot="315833">
              <a:off x="-470260" y="2809509"/>
              <a:ext cx="2437809" cy="2628347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2"/>
            <p:cNvSpPr/>
            <p:nvPr/>
          </p:nvSpPr>
          <p:spPr>
            <a:xfrm rot="315833">
              <a:off x="-13572" y="3038950"/>
              <a:ext cx="2377152" cy="2882292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2"/>
            <p:cNvSpPr/>
            <p:nvPr/>
          </p:nvSpPr>
          <p:spPr>
            <a:xfrm rot="315833">
              <a:off x="-286641" y="3248850"/>
              <a:ext cx="2747897" cy="288469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2"/>
            <p:cNvSpPr/>
            <p:nvPr/>
          </p:nvSpPr>
          <p:spPr>
            <a:xfrm rot="315633">
              <a:off x="6771567" y="-971975"/>
              <a:ext cx="2924002" cy="3152541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2"/>
            <p:cNvSpPr/>
            <p:nvPr/>
          </p:nvSpPr>
          <p:spPr>
            <a:xfrm rot="315633">
              <a:off x="6951891" y="-552494"/>
              <a:ext cx="2851248" cy="3457132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2"/>
            <p:cNvSpPr/>
            <p:nvPr/>
          </p:nvSpPr>
          <p:spPr>
            <a:xfrm rot="315633">
              <a:off x="6896466" y="-360189"/>
              <a:ext cx="3295933" cy="3460013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2"/>
            <p:cNvSpPr/>
            <p:nvPr/>
          </p:nvSpPr>
          <p:spPr>
            <a:xfrm>
              <a:off x="1271525" y="759175"/>
              <a:ext cx="6595500" cy="3645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2"/>
            <p:cNvSpPr/>
            <p:nvPr/>
          </p:nvSpPr>
          <p:spPr>
            <a:xfrm rot="5400000">
              <a:off x="2739044" y="-751734"/>
              <a:ext cx="3665822" cy="6646939"/>
            </a:xfrm>
            <a:custGeom>
              <a:avLst/>
              <a:gdLst/>
              <a:ahLst/>
              <a:cxnLst/>
              <a:rect l="l" t="t" r="r" b="b"/>
              <a:pathLst>
                <a:path w="47852" h="71534" extrusionOk="0">
                  <a:moveTo>
                    <a:pt x="47852" y="71533"/>
                  </a:moveTo>
                  <a:lnTo>
                    <a:pt x="0" y="71533"/>
                  </a:lnTo>
                  <a:lnTo>
                    <a:pt x="0" y="0"/>
                  </a:lnTo>
                  <a:lnTo>
                    <a:pt x="47852" y="0"/>
                  </a:lnTo>
                  <a:close/>
                  <a:moveTo>
                    <a:pt x="441" y="71093"/>
                  </a:moveTo>
                  <a:lnTo>
                    <a:pt x="47411" y="71093"/>
                  </a:lnTo>
                  <a:lnTo>
                    <a:pt x="47411" y="453"/>
                  </a:lnTo>
                  <a:lnTo>
                    <a:pt x="441" y="453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p12"/>
          <p:cNvSpPr txBox="1">
            <a:spLocks noGrp="1"/>
          </p:cNvSpPr>
          <p:nvPr>
            <p:ph type="title" hasCustomPrompt="1"/>
          </p:nvPr>
        </p:nvSpPr>
        <p:spPr>
          <a:xfrm>
            <a:off x="1021525" y="1691625"/>
            <a:ext cx="7101000" cy="14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9" name="Google Shape;139;p12"/>
          <p:cNvSpPr txBox="1">
            <a:spLocks noGrp="1"/>
          </p:cNvSpPr>
          <p:nvPr>
            <p:ph type="body" idx="1"/>
          </p:nvPr>
        </p:nvSpPr>
        <p:spPr>
          <a:xfrm>
            <a:off x="1021500" y="2999825"/>
            <a:ext cx="7101000" cy="4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left">
  <p:cSld name="CUSTOM_2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/>
          <p:cNvSpPr txBox="1">
            <a:spLocks noGrp="1"/>
          </p:cNvSpPr>
          <p:nvPr>
            <p:ph type="title"/>
          </p:nvPr>
        </p:nvSpPr>
        <p:spPr>
          <a:xfrm>
            <a:off x="872575" y="1726072"/>
            <a:ext cx="28461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grpSp>
        <p:nvGrpSpPr>
          <p:cNvPr id="142" name="Google Shape;142;p13"/>
          <p:cNvGrpSpPr/>
          <p:nvPr/>
        </p:nvGrpSpPr>
        <p:grpSpPr>
          <a:xfrm>
            <a:off x="4912189" y="-2543127"/>
            <a:ext cx="5436706" cy="5991673"/>
            <a:chOff x="5129250" y="-2537327"/>
            <a:chExt cx="5436706" cy="5991673"/>
          </a:xfrm>
        </p:grpSpPr>
        <p:sp>
          <p:nvSpPr>
            <p:cNvPr id="143" name="Google Shape;143;p13"/>
            <p:cNvSpPr/>
            <p:nvPr/>
          </p:nvSpPr>
          <p:spPr>
            <a:xfrm rot="1514338">
              <a:off x="5806126" y="-1910385"/>
              <a:ext cx="3844152" cy="403552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 rot="1430265">
              <a:off x="6184762" y="-1321502"/>
              <a:ext cx="3378707" cy="3642785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3"/>
            <p:cNvSpPr/>
            <p:nvPr/>
          </p:nvSpPr>
          <p:spPr>
            <a:xfrm rot="1430265">
              <a:off x="6604611" y="-1035768"/>
              <a:ext cx="3294638" cy="3994742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" name="Google Shape;146;p13"/>
          <p:cNvGrpSpPr/>
          <p:nvPr/>
        </p:nvGrpSpPr>
        <p:grpSpPr>
          <a:xfrm>
            <a:off x="-1412384" y="2219348"/>
            <a:ext cx="5773512" cy="5606870"/>
            <a:chOff x="-2896958" y="1534023"/>
            <a:chExt cx="5773512" cy="5606870"/>
          </a:xfrm>
        </p:grpSpPr>
        <p:sp>
          <p:nvSpPr>
            <p:cNvPr id="147" name="Google Shape;147;p13"/>
            <p:cNvSpPr/>
            <p:nvPr/>
          </p:nvSpPr>
          <p:spPr>
            <a:xfrm rot="1514338">
              <a:off x="-2275832" y="2912408"/>
              <a:ext cx="3410358" cy="3676910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3"/>
            <p:cNvSpPr/>
            <p:nvPr/>
          </p:nvSpPr>
          <p:spPr>
            <a:xfrm rot="1514338">
              <a:off x="-1152704" y="2271963"/>
              <a:ext cx="3325502" cy="4032164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3"/>
            <p:cNvSpPr/>
            <p:nvPr/>
          </p:nvSpPr>
          <p:spPr>
            <a:xfrm rot="1514338">
              <a:off x="-1644474" y="2160965"/>
              <a:ext cx="3844152" cy="403552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0" name="Google Shape;150;p13"/>
          <p:cNvSpPr txBox="1">
            <a:spLocks noGrp="1"/>
          </p:cNvSpPr>
          <p:nvPr>
            <p:ph type="subTitle" idx="1"/>
          </p:nvPr>
        </p:nvSpPr>
        <p:spPr>
          <a:xfrm>
            <a:off x="665726" y="2323535"/>
            <a:ext cx="3259800" cy="8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153" name="Google Shape;153;p14"/>
          <p:cNvGrpSpPr/>
          <p:nvPr/>
        </p:nvGrpSpPr>
        <p:grpSpPr>
          <a:xfrm>
            <a:off x="-3621963" y="-1003614"/>
            <a:ext cx="14748864" cy="9515698"/>
            <a:chOff x="-3621963" y="-1003614"/>
            <a:chExt cx="14748864" cy="9515698"/>
          </a:xfrm>
        </p:grpSpPr>
        <p:sp>
          <p:nvSpPr>
            <p:cNvPr id="154" name="Google Shape;154;p14"/>
            <p:cNvSpPr/>
            <p:nvPr/>
          </p:nvSpPr>
          <p:spPr>
            <a:xfrm>
              <a:off x="-2981249" y="4185615"/>
              <a:ext cx="3844172" cy="4035545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4"/>
            <p:cNvSpPr/>
            <p:nvPr/>
          </p:nvSpPr>
          <p:spPr>
            <a:xfrm rot="5114100">
              <a:off x="8678084" y="-994810"/>
              <a:ext cx="2215747" cy="2388928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4"/>
            <p:cNvSpPr/>
            <p:nvPr/>
          </p:nvSpPr>
          <p:spPr>
            <a:xfrm rot="5114100">
              <a:off x="8650417" y="-715298"/>
              <a:ext cx="2160615" cy="2619741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4"/>
            <p:cNvSpPr/>
            <p:nvPr/>
          </p:nvSpPr>
          <p:spPr>
            <a:xfrm rot="5114100">
              <a:off x="8467940" y="-882708"/>
              <a:ext cx="2497588" cy="262192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4"/>
            <p:cNvSpPr/>
            <p:nvPr/>
          </p:nvSpPr>
          <p:spPr>
            <a:xfrm rot="1430265">
              <a:off x="-3029963" y="3507636"/>
              <a:ext cx="3378707" cy="3642785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4"/>
            <p:cNvSpPr/>
            <p:nvPr/>
          </p:nvSpPr>
          <p:spPr>
            <a:xfrm rot="1430265">
              <a:off x="-2686314" y="4021970"/>
              <a:ext cx="3294638" cy="3994742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accent1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15"/>
          <p:cNvGrpSpPr/>
          <p:nvPr/>
        </p:nvGrpSpPr>
        <p:grpSpPr>
          <a:xfrm rot="10800000" flipH="1">
            <a:off x="-3157404" y="-2327777"/>
            <a:ext cx="14457596" cy="9492188"/>
            <a:chOff x="-3157404" y="-2327775"/>
            <a:chExt cx="14457596" cy="9492188"/>
          </a:xfrm>
        </p:grpSpPr>
        <p:sp>
          <p:nvSpPr>
            <p:cNvPr id="162" name="Google Shape;162;p15"/>
            <p:cNvSpPr/>
            <p:nvPr/>
          </p:nvSpPr>
          <p:spPr>
            <a:xfrm rot="1514360">
              <a:off x="7664166" y="-1848832"/>
              <a:ext cx="2936660" cy="308285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5"/>
            <p:cNvSpPr/>
            <p:nvPr/>
          </p:nvSpPr>
          <p:spPr>
            <a:xfrm rot="1514343">
              <a:off x="-2679303" y="3909620"/>
              <a:ext cx="2625055" cy="2830228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5"/>
            <p:cNvSpPr/>
            <p:nvPr/>
          </p:nvSpPr>
          <p:spPr>
            <a:xfrm rot="1514343">
              <a:off x="-1814818" y="3416661"/>
              <a:ext cx="2559739" cy="3103678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5"/>
            <p:cNvSpPr/>
            <p:nvPr/>
          </p:nvSpPr>
          <p:spPr>
            <a:xfrm rot="1514343">
              <a:off x="-2193340" y="3331226"/>
              <a:ext cx="2958960" cy="310626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5"/>
            <p:cNvSpPr/>
            <p:nvPr/>
          </p:nvSpPr>
          <p:spPr>
            <a:xfrm rot="1430259">
              <a:off x="7953466" y="-1399018"/>
              <a:ext cx="2580939" cy="2782664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5"/>
            <p:cNvSpPr/>
            <p:nvPr/>
          </p:nvSpPr>
          <p:spPr>
            <a:xfrm rot="1430259">
              <a:off x="8274188" y="-1180746"/>
              <a:ext cx="2516720" cy="3051518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p15"/>
          <p:cNvSpPr txBox="1">
            <a:spLocks noGrp="1"/>
          </p:cNvSpPr>
          <p:nvPr>
            <p:ph type="body" idx="1"/>
          </p:nvPr>
        </p:nvSpPr>
        <p:spPr>
          <a:xfrm>
            <a:off x="1572325" y="2586704"/>
            <a:ext cx="2599200" cy="12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9" name="Google Shape;169;p15"/>
          <p:cNvSpPr txBox="1">
            <a:spLocks noGrp="1"/>
          </p:cNvSpPr>
          <p:nvPr>
            <p:ph type="body" idx="2"/>
          </p:nvPr>
        </p:nvSpPr>
        <p:spPr>
          <a:xfrm>
            <a:off x="4972523" y="2586704"/>
            <a:ext cx="2599200" cy="12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subTitle" idx="3"/>
          </p:nvPr>
        </p:nvSpPr>
        <p:spPr>
          <a:xfrm>
            <a:off x="1551500" y="2382475"/>
            <a:ext cx="259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4"/>
          </p:nvPr>
        </p:nvSpPr>
        <p:spPr>
          <a:xfrm>
            <a:off x="4972525" y="2382475"/>
            <a:ext cx="259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chnological app">
  <p:cSld name="CUSTOM_4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6"/>
          <p:cNvGrpSpPr/>
          <p:nvPr/>
        </p:nvGrpSpPr>
        <p:grpSpPr>
          <a:xfrm>
            <a:off x="-3075158" y="-3061150"/>
            <a:ext cx="15800563" cy="10202043"/>
            <a:chOff x="-3075158" y="-3061150"/>
            <a:chExt cx="15800563" cy="10202043"/>
          </a:xfrm>
        </p:grpSpPr>
        <p:sp>
          <p:nvSpPr>
            <p:cNvPr id="175" name="Google Shape;175;p16"/>
            <p:cNvSpPr/>
            <p:nvPr/>
          </p:nvSpPr>
          <p:spPr>
            <a:xfrm rot="6014436">
              <a:off x="-2080991" y="-2828732"/>
              <a:ext cx="3844166" cy="4035538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6"/>
            <p:cNvSpPr/>
            <p:nvPr/>
          </p:nvSpPr>
          <p:spPr>
            <a:xfrm rot="-1514338" flipH="1">
              <a:off x="8693921" y="2912408"/>
              <a:ext cx="3410358" cy="3676910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6"/>
            <p:cNvSpPr/>
            <p:nvPr/>
          </p:nvSpPr>
          <p:spPr>
            <a:xfrm rot="-1514338" flipH="1">
              <a:off x="7655649" y="2271963"/>
              <a:ext cx="3325502" cy="4032164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6"/>
            <p:cNvSpPr/>
            <p:nvPr/>
          </p:nvSpPr>
          <p:spPr>
            <a:xfrm rot="-1514338" flipH="1">
              <a:off x="7628768" y="2160965"/>
              <a:ext cx="3844152" cy="403552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6"/>
            <p:cNvSpPr/>
            <p:nvPr/>
          </p:nvSpPr>
          <p:spPr>
            <a:xfrm rot="5930292">
              <a:off x="-2189566" y="-2389777"/>
              <a:ext cx="3378681" cy="3642756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6"/>
            <p:cNvSpPr/>
            <p:nvPr/>
          </p:nvSpPr>
          <p:spPr>
            <a:xfrm rot="5930292">
              <a:off x="-2495725" y="-2081314"/>
              <a:ext cx="3294613" cy="3994711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1" name="Google Shape;181;p16"/>
          <p:cNvSpPr txBox="1">
            <a:spLocks noGrp="1"/>
          </p:cNvSpPr>
          <p:nvPr>
            <p:ph type="subTitle" idx="1"/>
          </p:nvPr>
        </p:nvSpPr>
        <p:spPr>
          <a:xfrm>
            <a:off x="1116488" y="2036100"/>
            <a:ext cx="2727900" cy="16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7"/>
          <p:cNvGrpSpPr/>
          <p:nvPr/>
        </p:nvGrpSpPr>
        <p:grpSpPr>
          <a:xfrm>
            <a:off x="-3030308" y="-2842127"/>
            <a:ext cx="15253614" cy="10299995"/>
            <a:chOff x="-3030308" y="-2842127"/>
            <a:chExt cx="15253614" cy="10299995"/>
          </a:xfrm>
        </p:grpSpPr>
        <p:sp>
          <p:nvSpPr>
            <p:cNvPr id="185" name="Google Shape;185;p17"/>
            <p:cNvSpPr/>
            <p:nvPr/>
          </p:nvSpPr>
          <p:spPr>
            <a:xfrm rot="-9285662">
              <a:off x="7702278" y="-1512919"/>
              <a:ext cx="3844152" cy="403552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7"/>
            <p:cNvSpPr/>
            <p:nvPr/>
          </p:nvSpPr>
          <p:spPr>
            <a:xfrm rot="-9285662">
              <a:off x="-1764529" y="2618998"/>
              <a:ext cx="3410358" cy="3676910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7"/>
            <p:cNvSpPr/>
            <p:nvPr/>
          </p:nvSpPr>
          <p:spPr>
            <a:xfrm rot="-9285662">
              <a:off x="-2326551" y="2687763"/>
              <a:ext cx="3325502" cy="4032164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7"/>
            <p:cNvSpPr/>
            <p:nvPr/>
          </p:nvSpPr>
          <p:spPr>
            <a:xfrm rot="-9285662">
              <a:off x="-2353432" y="2795402"/>
              <a:ext cx="3844152" cy="403552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7"/>
            <p:cNvSpPr/>
            <p:nvPr/>
          </p:nvSpPr>
          <p:spPr>
            <a:xfrm rot="-9369735">
              <a:off x="7789087" y="-1709064"/>
              <a:ext cx="3378707" cy="3642785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7"/>
            <p:cNvSpPr/>
            <p:nvPr/>
          </p:nvSpPr>
          <p:spPr>
            <a:xfrm rot="-9369735">
              <a:off x="7453307" y="-2346755"/>
              <a:ext cx="3294638" cy="3994742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1" name="Google Shape;191;p17"/>
          <p:cNvSpPr txBox="1">
            <a:spLocks noGrp="1"/>
          </p:cNvSpPr>
          <p:nvPr>
            <p:ph type="title"/>
          </p:nvPr>
        </p:nvSpPr>
        <p:spPr>
          <a:xfrm>
            <a:off x="2439450" y="2337508"/>
            <a:ext cx="42651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92" name="Google Shape;192;p17"/>
          <p:cNvSpPr txBox="1">
            <a:spLocks noGrp="1"/>
          </p:cNvSpPr>
          <p:nvPr>
            <p:ph type="subTitle" idx="1"/>
          </p:nvPr>
        </p:nvSpPr>
        <p:spPr>
          <a:xfrm>
            <a:off x="3133400" y="3782163"/>
            <a:ext cx="28773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3" name="Google Shape;193;p17"/>
          <p:cNvSpPr txBox="1">
            <a:spLocks noGrp="1"/>
          </p:cNvSpPr>
          <p:nvPr>
            <p:ph type="title" idx="2"/>
          </p:nvPr>
        </p:nvSpPr>
        <p:spPr>
          <a:xfrm>
            <a:off x="3082350" y="867950"/>
            <a:ext cx="2979300" cy="13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 txBox="1">
            <a:spLocks noGrp="1"/>
          </p:cNvSpPr>
          <p:nvPr>
            <p:ph type="title"/>
          </p:nvPr>
        </p:nvSpPr>
        <p:spPr>
          <a:xfrm>
            <a:off x="865625" y="3880050"/>
            <a:ext cx="51501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>
            <a:endParaRPr/>
          </a:p>
        </p:txBody>
      </p:sp>
      <p:grpSp>
        <p:nvGrpSpPr>
          <p:cNvPr id="196" name="Google Shape;196;p18"/>
          <p:cNvGrpSpPr/>
          <p:nvPr/>
        </p:nvGrpSpPr>
        <p:grpSpPr>
          <a:xfrm>
            <a:off x="-2875649" y="-4743981"/>
            <a:ext cx="15551676" cy="13379483"/>
            <a:chOff x="-2875649" y="-4743981"/>
            <a:chExt cx="15551676" cy="13379483"/>
          </a:xfrm>
        </p:grpSpPr>
        <p:grpSp>
          <p:nvGrpSpPr>
            <p:cNvPr id="197" name="Google Shape;197;p18"/>
            <p:cNvGrpSpPr/>
            <p:nvPr/>
          </p:nvGrpSpPr>
          <p:grpSpPr>
            <a:xfrm>
              <a:off x="5914476" y="1761269"/>
              <a:ext cx="6761551" cy="6874233"/>
              <a:chOff x="5663051" y="1538594"/>
              <a:chExt cx="6761551" cy="6874233"/>
            </a:xfrm>
          </p:grpSpPr>
          <p:sp>
            <p:nvSpPr>
              <p:cNvPr id="198" name="Google Shape;198;p18"/>
              <p:cNvSpPr/>
              <p:nvPr/>
            </p:nvSpPr>
            <p:spPr>
              <a:xfrm rot="6914310">
                <a:off x="7064089" y="2220790"/>
                <a:ext cx="4512295" cy="4736929"/>
              </a:xfrm>
              <a:custGeom>
                <a:avLst/>
                <a:gdLst/>
                <a:ahLst/>
                <a:cxnLst/>
                <a:rect l="l" t="t" r="r" b="b"/>
                <a:pathLst>
                  <a:path w="94953" h="99680" extrusionOk="0">
                    <a:moveTo>
                      <a:pt x="39160" y="99680"/>
                    </a:moveTo>
                    <a:lnTo>
                      <a:pt x="39088" y="99549"/>
                    </a:lnTo>
                    <a:lnTo>
                      <a:pt x="0" y="29707"/>
                    </a:lnTo>
                    <a:lnTo>
                      <a:pt x="131" y="29671"/>
                    </a:lnTo>
                    <a:lnTo>
                      <a:pt x="94857" y="1"/>
                    </a:lnTo>
                    <a:lnTo>
                      <a:pt x="94952" y="41887"/>
                    </a:lnTo>
                    <a:lnTo>
                      <a:pt x="94929" y="41923"/>
                    </a:lnTo>
                    <a:close/>
                    <a:moveTo>
                      <a:pt x="322" y="29838"/>
                    </a:moveTo>
                    <a:lnTo>
                      <a:pt x="39207" y="99311"/>
                    </a:lnTo>
                    <a:lnTo>
                      <a:pt x="94738" y="41792"/>
                    </a:lnTo>
                    <a:lnTo>
                      <a:pt x="94631" y="29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18"/>
              <p:cNvSpPr/>
              <p:nvPr/>
            </p:nvSpPr>
            <p:spPr>
              <a:xfrm rot="899953" flipH="1">
                <a:off x="6876393" y="2622569"/>
                <a:ext cx="3966060" cy="4276045"/>
              </a:xfrm>
              <a:custGeom>
                <a:avLst/>
                <a:gdLst/>
                <a:ahLst/>
                <a:cxnLst/>
                <a:rect l="l" t="t" r="r" b="b"/>
                <a:pathLst>
                  <a:path w="84238" h="90822" extrusionOk="0">
                    <a:moveTo>
                      <a:pt x="15348" y="90821"/>
                    </a:moveTo>
                    <a:lnTo>
                      <a:pt x="15312" y="90726"/>
                    </a:lnTo>
                    <a:lnTo>
                      <a:pt x="1" y="51566"/>
                    </a:lnTo>
                    <a:lnTo>
                      <a:pt x="45197" y="8501"/>
                    </a:lnTo>
                    <a:lnTo>
                      <a:pt x="45221" y="8501"/>
                    </a:lnTo>
                    <a:lnTo>
                      <a:pt x="76868" y="0"/>
                    </a:lnTo>
                    <a:lnTo>
                      <a:pt x="84238" y="19110"/>
                    </a:lnTo>
                    <a:lnTo>
                      <a:pt x="84238" y="19146"/>
                    </a:lnTo>
                    <a:lnTo>
                      <a:pt x="74486" y="79701"/>
                    </a:lnTo>
                    <a:lnTo>
                      <a:pt x="74403" y="79713"/>
                    </a:lnTo>
                    <a:close/>
                    <a:moveTo>
                      <a:pt x="275" y="51626"/>
                    </a:moveTo>
                    <a:lnTo>
                      <a:pt x="15491" y="90559"/>
                    </a:lnTo>
                    <a:lnTo>
                      <a:pt x="74284" y="79510"/>
                    </a:lnTo>
                    <a:lnTo>
                      <a:pt x="84011" y="19134"/>
                    </a:lnTo>
                    <a:lnTo>
                      <a:pt x="76737" y="262"/>
                    </a:lnTo>
                    <a:lnTo>
                      <a:pt x="45304" y="87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18"/>
              <p:cNvSpPr/>
              <p:nvPr/>
            </p:nvSpPr>
            <p:spPr>
              <a:xfrm rot="-3600001">
                <a:off x="6726648" y="3221489"/>
                <a:ext cx="3867247" cy="4689029"/>
              </a:xfrm>
              <a:custGeom>
                <a:avLst/>
                <a:gdLst/>
                <a:ahLst/>
                <a:cxnLst/>
                <a:rect l="l" t="t" r="r" b="b"/>
                <a:pathLst>
                  <a:path w="82142" h="99597" extrusionOk="0">
                    <a:moveTo>
                      <a:pt x="26433" y="99596"/>
                    </a:moveTo>
                    <a:lnTo>
                      <a:pt x="26361" y="99549"/>
                    </a:lnTo>
                    <a:lnTo>
                      <a:pt x="1" y="83523"/>
                    </a:lnTo>
                    <a:lnTo>
                      <a:pt x="36" y="83439"/>
                    </a:lnTo>
                    <a:lnTo>
                      <a:pt x="29897" y="1286"/>
                    </a:lnTo>
                    <a:lnTo>
                      <a:pt x="29969" y="1286"/>
                    </a:lnTo>
                    <a:lnTo>
                      <a:pt x="82142" y="1"/>
                    </a:lnTo>
                    <a:lnTo>
                      <a:pt x="82094" y="144"/>
                    </a:lnTo>
                    <a:lnTo>
                      <a:pt x="59199" y="72462"/>
                    </a:lnTo>
                    <a:lnTo>
                      <a:pt x="59175" y="72474"/>
                    </a:lnTo>
                    <a:close/>
                    <a:moveTo>
                      <a:pt x="274" y="83428"/>
                    </a:moveTo>
                    <a:lnTo>
                      <a:pt x="26421" y="99322"/>
                    </a:lnTo>
                    <a:lnTo>
                      <a:pt x="59008" y="72331"/>
                    </a:lnTo>
                    <a:lnTo>
                      <a:pt x="81832" y="227"/>
                    </a:lnTo>
                    <a:lnTo>
                      <a:pt x="30040" y="150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1" name="Google Shape;201;p18"/>
            <p:cNvGrpSpPr/>
            <p:nvPr/>
          </p:nvGrpSpPr>
          <p:grpSpPr>
            <a:xfrm>
              <a:off x="-2875649" y="-4743981"/>
              <a:ext cx="6761551" cy="6874233"/>
              <a:chOff x="5663051" y="1538594"/>
              <a:chExt cx="6761551" cy="6874233"/>
            </a:xfrm>
          </p:grpSpPr>
          <p:sp>
            <p:nvSpPr>
              <p:cNvPr id="202" name="Google Shape;202;p18"/>
              <p:cNvSpPr/>
              <p:nvPr/>
            </p:nvSpPr>
            <p:spPr>
              <a:xfrm rot="6914310">
                <a:off x="7064089" y="2220790"/>
                <a:ext cx="4512295" cy="4736929"/>
              </a:xfrm>
              <a:custGeom>
                <a:avLst/>
                <a:gdLst/>
                <a:ahLst/>
                <a:cxnLst/>
                <a:rect l="l" t="t" r="r" b="b"/>
                <a:pathLst>
                  <a:path w="94953" h="99680" extrusionOk="0">
                    <a:moveTo>
                      <a:pt x="39160" y="99680"/>
                    </a:moveTo>
                    <a:lnTo>
                      <a:pt x="39088" y="99549"/>
                    </a:lnTo>
                    <a:lnTo>
                      <a:pt x="0" y="29707"/>
                    </a:lnTo>
                    <a:lnTo>
                      <a:pt x="131" y="29671"/>
                    </a:lnTo>
                    <a:lnTo>
                      <a:pt x="94857" y="1"/>
                    </a:lnTo>
                    <a:lnTo>
                      <a:pt x="94952" y="41887"/>
                    </a:lnTo>
                    <a:lnTo>
                      <a:pt x="94929" y="41923"/>
                    </a:lnTo>
                    <a:close/>
                    <a:moveTo>
                      <a:pt x="322" y="29838"/>
                    </a:moveTo>
                    <a:lnTo>
                      <a:pt x="39207" y="99311"/>
                    </a:lnTo>
                    <a:lnTo>
                      <a:pt x="94738" y="41792"/>
                    </a:lnTo>
                    <a:lnTo>
                      <a:pt x="94631" y="29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18"/>
              <p:cNvSpPr/>
              <p:nvPr/>
            </p:nvSpPr>
            <p:spPr>
              <a:xfrm rot="899953" flipH="1">
                <a:off x="6876393" y="2622569"/>
                <a:ext cx="3966060" cy="4276045"/>
              </a:xfrm>
              <a:custGeom>
                <a:avLst/>
                <a:gdLst/>
                <a:ahLst/>
                <a:cxnLst/>
                <a:rect l="l" t="t" r="r" b="b"/>
                <a:pathLst>
                  <a:path w="84238" h="90822" extrusionOk="0">
                    <a:moveTo>
                      <a:pt x="15348" y="90821"/>
                    </a:moveTo>
                    <a:lnTo>
                      <a:pt x="15312" y="90726"/>
                    </a:lnTo>
                    <a:lnTo>
                      <a:pt x="1" y="51566"/>
                    </a:lnTo>
                    <a:lnTo>
                      <a:pt x="45197" y="8501"/>
                    </a:lnTo>
                    <a:lnTo>
                      <a:pt x="45221" y="8501"/>
                    </a:lnTo>
                    <a:lnTo>
                      <a:pt x="76868" y="0"/>
                    </a:lnTo>
                    <a:lnTo>
                      <a:pt x="84238" y="19110"/>
                    </a:lnTo>
                    <a:lnTo>
                      <a:pt x="84238" y="19146"/>
                    </a:lnTo>
                    <a:lnTo>
                      <a:pt x="74486" y="79701"/>
                    </a:lnTo>
                    <a:lnTo>
                      <a:pt x="74403" y="79713"/>
                    </a:lnTo>
                    <a:close/>
                    <a:moveTo>
                      <a:pt x="275" y="51626"/>
                    </a:moveTo>
                    <a:lnTo>
                      <a:pt x="15491" y="90559"/>
                    </a:lnTo>
                    <a:lnTo>
                      <a:pt x="74284" y="79510"/>
                    </a:lnTo>
                    <a:lnTo>
                      <a:pt x="84011" y="19134"/>
                    </a:lnTo>
                    <a:lnTo>
                      <a:pt x="76737" y="262"/>
                    </a:lnTo>
                    <a:lnTo>
                      <a:pt x="45304" y="87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18"/>
              <p:cNvSpPr/>
              <p:nvPr/>
            </p:nvSpPr>
            <p:spPr>
              <a:xfrm rot="-3600001">
                <a:off x="6726648" y="3221489"/>
                <a:ext cx="3867247" cy="4689029"/>
              </a:xfrm>
              <a:custGeom>
                <a:avLst/>
                <a:gdLst/>
                <a:ahLst/>
                <a:cxnLst/>
                <a:rect l="l" t="t" r="r" b="b"/>
                <a:pathLst>
                  <a:path w="82142" h="99597" extrusionOk="0">
                    <a:moveTo>
                      <a:pt x="26433" y="99596"/>
                    </a:moveTo>
                    <a:lnTo>
                      <a:pt x="26361" y="99549"/>
                    </a:lnTo>
                    <a:lnTo>
                      <a:pt x="1" y="83523"/>
                    </a:lnTo>
                    <a:lnTo>
                      <a:pt x="36" y="83439"/>
                    </a:lnTo>
                    <a:lnTo>
                      <a:pt x="29897" y="1286"/>
                    </a:lnTo>
                    <a:lnTo>
                      <a:pt x="29969" y="1286"/>
                    </a:lnTo>
                    <a:lnTo>
                      <a:pt x="82142" y="1"/>
                    </a:lnTo>
                    <a:lnTo>
                      <a:pt x="82094" y="144"/>
                    </a:lnTo>
                    <a:lnTo>
                      <a:pt x="59199" y="72462"/>
                    </a:lnTo>
                    <a:lnTo>
                      <a:pt x="59175" y="72474"/>
                    </a:lnTo>
                    <a:close/>
                    <a:moveTo>
                      <a:pt x="274" y="83428"/>
                    </a:moveTo>
                    <a:lnTo>
                      <a:pt x="26421" y="99322"/>
                    </a:lnTo>
                    <a:lnTo>
                      <a:pt x="59008" y="72331"/>
                    </a:lnTo>
                    <a:lnTo>
                      <a:pt x="81832" y="227"/>
                    </a:lnTo>
                    <a:lnTo>
                      <a:pt x="30040" y="150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19"/>
          <p:cNvGrpSpPr/>
          <p:nvPr/>
        </p:nvGrpSpPr>
        <p:grpSpPr>
          <a:xfrm>
            <a:off x="-3157404" y="-2327775"/>
            <a:ext cx="14457596" cy="9492188"/>
            <a:chOff x="-3157404" y="-2327775"/>
            <a:chExt cx="14457596" cy="9492188"/>
          </a:xfrm>
        </p:grpSpPr>
        <p:sp>
          <p:nvSpPr>
            <p:cNvPr id="207" name="Google Shape;207;p19"/>
            <p:cNvSpPr/>
            <p:nvPr/>
          </p:nvSpPr>
          <p:spPr>
            <a:xfrm rot="1514360">
              <a:off x="7664166" y="-1848832"/>
              <a:ext cx="2936660" cy="308285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9"/>
            <p:cNvSpPr/>
            <p:nvPr/>
          </p:nvSpPr>
          <p:spPr>
            <a:xfrm rot="1514343">
              <a:off x="-2679303" y="3909620"/>
              <a:ext cx="2625055" cy="2830228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9"/>
            <p:cNvSpPr/>
            <p:nvPr/>
          </p:nvSpPr>
          <p:spPr>
            <a:xfrm rot="1514343">
              <a:off x="-1814818" y="3416661"/>
              <a:ext cx="2559739" cy="3103678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9"/>
            <p:cNvSpPr/>
            <p:nvPr/>
          </p:nvSpPr>
          <p:spPr>
            <a:xfrm rot="1514343">
              <a:off x="-2193340" y="3331226"/>
              <a:ext cx="2958960" cy="310626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/>
            <p:cNvSpPr/>
            <p:nvPr/>
          </p:nvSpPr>
          <p:spPr>
            <a:xfrm rot="1430259">
              <a:off x="7953466" y="-1399018"/>
              <a:ext cx="2580939" cy="2782664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9"/>
            <p:cNvSpPr/>
            <p:nvPr/>
          </p:nvSpPr>
          <p:spPr>
            <a:xfrm rot="1430259">
              <a:off x="8274188" y="-1180746"/>
              <a:ext cx="2516720" cy="3051518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20"/>
          <p:cNvGrpSpPr/>
          <p:nvPr/>
        </p:nvGrpSpPr>
        <p:grpSpPr>
          <a:xfrm>
            <a:off x="-2027979" y="-2596319"/>
            <a:ext cx="14549687" cy="10668392"/>
            <a:chOff x="-2027979" y="-2596319"/>
            <a:chExt cx="14549687" cy="10668392"/>
          </a:xfrm>
        </p:grpSpPr>
        <p:grpSp>
          <p:nvGrpSpPr>
            <p:cNvPr id="215" name="Google Shape;215;p20"/>
            <p:cNvGrpSpPr/>
            <p:nvPr/>
          </p:nvGrpSpPr>
          <p:grpSpPr>
            <a:xfrm rot="2219984">
              <a:off x="-1194691" y="3296804"/>
              <a:ext cx="3796560" cy="4039570"/>
              <a:chOff x="7558302" y="3163860"/>
              <a:chExt cx="3072637" cy="3269312"/>
            </a:xfrm>
          </p:grpSpPr>
          <p:sp>
            <p:nvSpPr>
              <p:cNvPr id="216" name="Google Shape;216;p20"/>
              <p:cNvSpPr/>
              <p:nvPr/>
            </p:nvSpPr>
            <p:spPr>
              <a:xfrm rot="-336564">
                <a:off x="7679458" y="3275364"/>
                <a:ext cx="2408737" cy="2597003"/>
              </a:xfrm>
              <a:custGeom>
                <a:avLst/>
                <a:gdLst/>
                <a:ahLst/>
                <a:cxnLst/>
                <a:rect l="l" t="t" r="r" b="b"/>
                <a:pathLst>
                  <a:path w="84238" h="90822" extrusionOk="0">
                    <a:moveTo>
                      <a:pt x="15348" y="90821"/>
                    </a:moveTo>
                    <a:lnTo>
                      <a:pt x="15312" y="90726"/>
                    </a:lnTo>
                    <a:lnTo>
                      <a:pt x="1" y="51566"/>
                    </a:lnTo>
                    <a:lnTo>
                      <a:pt x="45197" y="8501"/>
                    </a:lnTo>
                    <a:lnTo>
                      <a:pt x="45221" y="8501"/>
                    </a:lnTo>
                    <a:lnTo>
                      <a:pt x="76868" y="0"/>
                    </a:lnTo>
                    <a:lnTo>
                      <a:pt x="84238" y="19110"/>
                    </a:lnTo>
                    <a:lnTo>
                      <a:pt x="84238" y="19146"/>
                    </a:lnTo>
                    <a:lnTo>
                      <a:pt x="74486" y="79701"/>
                    </a:lnTo>
                    <a:lnTo>
                      <a:pt x="74403" y="79713"/>
                    </a:lnTo>
                    <a:close/>
                    <a:moveTo>
                      <a:pt x="275" y="51626"/>
                    </a:moveTo>
                    <a:lnTo>
                      <a:pt x="15491" y="90559"/>
                    </a:lnTo>
                    <a:lnTo>
                      <a:pt x="74284" y="79510"/>
                    </a:lnTo>
                    <a:lnTo>
                      <a:pt x="84011" y="19134"/>
                    </a:lnTo>
                    <a:lnTo>
                      <a:pt x="76737" y="262"/>
                    </a:lnTo>
                    <a:lnTo>
                      <a:pt x="45304" y="87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20"/>
              <p:cNvSpPr/>
              <p:nvPr/>
            </p:nvSpPr>
            <p:spPr>
              <a:xfrm rot="-336564">
                <a:off x="8146698" y="3440311"/>
                <a:ext cx="2348804" cy="2847919"/>
              </a:xfrm>
              <a:custGeom>
                <a:avLst/>
                <a:gdLst/>
                <a:ahLst/>
                <a:cxnLst/>
                <a:rect l="l" t="t" r="r" b="b"/>
                <a:pathLst>
                  <a:path w="82142" h="99597" extrusionOk="0">
                    <a:moveTo>
                      <a:pt x="26433" y="99596"/>
                    </a:moveTo>
                    <a:lnTo>
                      <a:pt x="26361" y="99549"/>
                    </a:lnTo>
                    <a:lnTo>
                      <a:pt x="1" y="83523"/>
                    </a:lnTo>
                    <a:lnTo>
                      <a:pt x="36" y="83439"/>
                    </a:lnTo>
                    <a:lnTo>
                      <a:pt x="29897" y="1286"/>
                    </a:lnTo>
                    <a:lnTo>
                      <a:pt x="29969" y="1286"/>
                    </a:lnTo>
                    <a:lnTo>
                      <a:pt x="82142" y="1"/>
                    </a:lnTo>
                    <a:lnTo>
                      <a:pt x="82094" y="144"/>
                    </a:lnTo>
                    <a:lnTo>
                      <a:pt x="59199" y="72462"/>
                    </a:lnTo>
                    <a:lnTo>
                      <a:pt x="59175" y="72474"/>
                    </a:lnTo>
                    <a:close/>
                    <a:moveTo>
                      <a:pt x="274" y="83428"/>
                    </a:moveTo>
                    <a:lnTo>
                      <a:pt x="26421" y="99322"/>
                    </a:lnTo>
                    <a:lnTo>
                      <a:pt x="59008" y="72331"/>
                    </a:lnTo>
                    <a:lnTo>
                      <a:pt x="81832" y="227"/>
                    </a:lnTo>
                    <a:lnTo>
                      <a:pt x="30040" y="150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20"/>
              <p:cNvSpPr/>
              <p:nvPr/>
            </p:nvSpPr>
            <p:spPr>
              <a:xfrm rot="-336564">
                <a:off x="7783010" y="3457006"/>
                <a:ext cx="2715127" cy="2850293"/>
              </a:xfrm>
              <a:custGeom>
                <a:avLst/>
                <a:gdLst/>
                <a:ahLst/>
                <a:cxnLst/>
                <a:rect l="l" t="t" r="r" b="b"/>
                <a:pathLst>
                  <a:path w="94953" h="99680" extrusionOk="0">
                    <a:moveTo>
                      <a:pt x="39160" y="99680"/>
                    </a:moveTo>
                    <a:lnTo>
                      <a:pt x="39088" y="99549"/>
                    </a:lnTo>
                    <a:lnTo>
                      <a:pt x="0" y="29707"/>
                    </a:lnTo>
                    <a:lnTo>
                      <a:pt x="131" y="29671"/>
                    </a:lnTo>
                    <a:lnTo>
                      <a:pt x="94857" y="1"/>
                    </a:lnTo>
                    <a:lnTo>
                      <a:pt x="94952" y="41887"/>
                    </a:lnTo>
                    <a:lnTo>
                      <a:pt x="94929" y="41923"/>
                    </a:lnTo>
                    <a:close/>
                    <a:moveTo>
                      <a:pt x="322" y="29838"/>
                    </a:moveTo>
                    <a:lnTo>
                      <a:pt x="39207" y="99311"/>
                    </a:lnTo>
                    <a:lnTo>
                      <a:pt x="94738" y="41792"/>
                    </a:lnTo>
                    <a:lnTo>
                      <a:pt x="94631" y="29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9" name="Google Shape;219;p20"/>
            <p:cNvGrpSpPr/>
            <p:nvPr/>
          </p:nvGrpSpPr>
          <p:grpSpPr>
            <a:xfrm rot="2219984">
              <a:off x="7891859" y="-1860620"/>
              <a:ext cx="3796560" cy="4039570"/>
              <a:chOff x="7558302" y="3163860"/>
              <a:chExt cx="3072637" cy="3269312"/>
            </a:xfrm>
          </p:grpSpPr>
          <p:sp>
            <p:nvSpPr>
              <p:cNvPr id="220" name="Google Shape;220;p20"/>
              <p:cNvSpPr/>
              <p:nvPr/>
            </p:nvSpPr>
            <p:spPr>
              <a:xfrm rot="-336564">
                <a:off x="7679458" y="3275364"/>
                <a:ext cx="2408737" cy="2597003"/>
              </a:xfrm>
              <a:custGeom>
                <a:avLst/>
                <a:gdLst/>
                <a:ahLst/>
                <a:cxnLst/>
                <a:rect l="l" t="t" r="r" b="b"/>
                <a:pathLst>
                  <a:path w="84238" h="90822" extrusionOk="0">
                    <a:moveTo>
                      <a:pt x="15348" y="90821"/>
                    </a:moveTo>
                    <a:lnTo>
                      <a:pt x="15312" y="90726"/>
                    </a:lnTo>
                    <a:lnTo>
                      <a:pt x="1" y="51566"/>
                    </a:lnTo>
                    <a:lnTo>
                      <a:pt x="45197" y="8501"/>
                    </a:lnTo>
                    <a:lnTo>
                      <a:pt x="45221" y="8501"/>
                    </a:lnTo>
                    <a:lnTo>
                      <a:pt x="76868" y="0"/>
                    </a:lnTo>
                    <a:lnTo>
                      <a:pt x="84238" y="19110"/>
                    </a:lnTo>
                    <a:lnTo>
                      <a:pt x="84238" y="19146"/>
                    </a:lnTo>
                    <a:lnTo>
                      <a:pt x="74486" y="79701"/>
                    </a:lnTo>
                    <a:lnTo>
                      <a:pt x="74403" y="79713"/>
                    </a:lnTo>
                    <a:close/>
                    <a:moveTo>
                      <a:pt x="275" y="51626"/>
                    </a:moveTo>
                    <a:lnTo>
                      <a:pt x="15491" y="90559"/>
                    </a:lnTo>
                    <a:lnTo>
                      <a:pt x="74284" y="79510"/>
                    </a:lnTo>
                    <a:lnTo>
                      <a:pt x="84011" y="19134"/>
                    </a:lnTo>
                    <a:lnTo>
                      <a:pt x="76737" y="262"/>
                    </a:lnTo>
                    <a:lnTo>
                      <a:pt x="45304" y="87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20"/>
              <p:cNvSpPr/>
              <p:nvPr/>
            </p:nvSpPr>
            <p:spPr>
              <a:xfrm rot="-336564">
                <a:off x="8146698" y="3440311"/>
                <a:ext cx="2348804" cy="2847919"/>
              </a:xfrm>
              <a:custGeom>
                <a:avLst/>
                <a:gdLst/>
                <a:ahLst/>
                <a:cxnLst/>
                <a:rect l="l" t="t" r="r" b="b"/>
                <a:pathLst>
                  <a:path w="82142" h="99597" extrusionOk="0">
                    <a:moveTo>
                      <a:pt x="26433" y="99596"/>
                    </a:moveTo>
                    <a:lnTo>
                      <a:pt x="26361" y="99549"/>
                    </a:lnTo>
                    <a:lnTo>
                      <a:pt x="1" y="83523"/>
                    </a:lnTo>
                    <a:lnTo>
                      <a:pt x="36" y="83439"/>
                    </a:lnTo>
                    <a:lnTo>
                      <a:pt x="29897" y="1286"/>
                    </a:lnTo>
                    <a:lnTo>
                      <a:pt x="29969" y="1286"/>
                    </a:lnTo>
                    <a:lnTo>
                      <a:pt x="82142" y="1"/>
                    </a:lnTo>
                    <a:lnTo>
                      <a:pt x="82094" y="144"/>
                    </a:lnTo>
                    <a:lnTo>
                      <a:pt x="59199" y="72462"/>
                    </a:lnTo>
                    <a:lnTo>
                      <a:pt x="59175" y="72474"/>
                    </a:lnTo>
                    <a:close/>
                    <a:moveTo>
                      <a:pt x="274" y="83428"/>
                    </a:moveTo>
                    <a:lnTo>
                      <a:pt x="26421" y="99322"/>
                    </a:lnTo>
                    <a:lnTo>
                      <a:pt x="59008" y="72331"/>
                    </a:lnTo>
                    <a:lnTo>
                      <a:pt x="81832" y="227"/>
                    </a:lnTo>
                    <a:lnTo>
                      <a:pt x="30040" y="150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20"/>
              <p:cNvSpPr/>
              <p:nvPr/>
            </p:nvSpPr>
            <p:spPr>
              <a:xfrm rot="-336564">
                <a:off x="7783010" y="3457006"/>
                <a:ext cx="2715127" cy="2850293"/>
              </a:xfrm>
              <a:custGeom>
                <a:avLst/>
                <a:gdLst/>
                <a:ahLst/>
                <a:cxnLst/>
                <a:rect l="l" t="t" r="r" b="b"/>
                <a:pathLst>
                  <a:path w="94953" h="99680" extrusionOk="0">
                    <a:moveTo>
                      <a:pt x="39160" y="99680"/>
                    </a:moveTo>
                    <a:lnTo>
                      <a:pt x="39088" y="99549"/>
                    </a:lnTo>
                    <a:lnTo>
                      <a:pt x="0" y="29707"/>
                    </a:lnTo>
                    <a:lnTo>
                      <a:pt x="131" y="29671"/>
                    </a:lnTo>
                    <a:lnTo>
                      <a:pt x="94857" y="1"/>
                    </a:lnTo>
                    <a:lnTo>
                      <a:pt x="94952" y="41887"/>
                    </a:lnTo>
                    <a:lnTo>
                      <a:pt x="94929" y="41923"/>
                    </a:lnTo>
                    <a:close/>
                    <a:moveTo>
                      <a:pt x="322" y="29838"/>
                    </a:moveTo>
                    <a:lnTo>
                      <a:pt x="39207" y="99311"/>
                    </a:lnTo>
                    <a:lnTo>
                      <a:pt x="94738" y="41792"/>
                    </a:lnTo>
                    <a:lnTo>
                      <a:pt x="94631" y="29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3" name="Google Shape;223;p20"/>
          <p:cNvSpPr txBox="1">
            <a:spLocks noGrp="1"/>
          </p:cNvSpPr>
          <p:nvPr>
            <p:ph type="subTitle" idx="1"/>
          </p:nvPr>
        </p:nvSpPr>
        <p:spPr>
          <a:xfrm>
            <a:off x="3397475" y="2494871"/>
            <a:ext cx="23490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4" name="Google Shape;224;p20"/>
          <p:cNvSpPr txBox="1">
            <a:spLocks noGrp="1"/>
          </p:cNvSpPr>
          <p:nvPr>
            <p:ph type="subTitle" idx="2"/>
          </p:nvPr>
        </p:nvSpPr>
        <p:spPr>
          <a:xfrm>
            <a:off x="3397475" y="2688300"/>
            <a:ext cx="2349000" cy="10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5" name="Google Shape;225;p20"/>
          <p:cNvSpPr txBox="1">
            <a:spLocks noGrp="1"/>
          </p:cNvSpPr>
          <p:nvPr>
            <p:ph type="subTitle" idx="3"/>
          </p:nvPr>
        </p:nvSpPr>
        <p:spPr>
          <a:xfrm>
            <a:off x="819875" y="2494871"/>
            <a:ext cx="23490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6" name="Google Shape;226;p20"/>
          <p:cNvSpPr txBox="1">
            <a:spLocks noGrp="1"/>
          </p:cNvSpPr>
          <p:nvPr>
            <p:ph type="subTitle" idx="4"/>
          </p:nvPr>
        </p:nvSpPr>
        <p:spPr>
          <a:xfrm>
            <a:off x="819875" y="2688300"/>
            <a:ext cx="2349000" cy="10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7" name="Google Shape;227;p20"/>
          <p:cNvSpPr txBox="1">
            <a:spLocks noGrp="1"/>
          </p:cNvSpPr>
          <p:nvPr>
            <p:ph type="subTitle" idx="5"/>
          </p:nvPr>
        </p:nvSpPr>
        <p:spPr>
          <a:xfrm>
            <a:off x="5975075" y="2494871"/>
            <a:ext cx="23490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8" name="Google Shape;228;p20"/>
          <p:cNvSpPr txBox="1">
            <a:spLocks noGrp="1"/>
          </p:cNvSpPr>
          <p:nvPr>
            <p:ph type="subTitle" idx="6"/>
          </p:nvPr>
        </p:nvSpPr>
        <p:spPr>
          <a:xfrm>
            <a:off x="5975075" y="2688300"/>
            <a:ext cx="2349000" cy="10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9" name="Google Shape;229;p20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7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1"/>
          <p:cNvGrpSpPr/>
          <p:nvPr/>
        </p:nvGrpSpPr>
        <p:grpSpPr>
          <a:xfrm>
            <a:off x="-3621963" y="-1003614"/>
            <a:ext cx="14748864" cy="9515698"/>
            <a:chOff x="-3621963" y="-1003614"/>
            <a:chExt cx="14748864" cy="9515698"/>
          </a:xfrm>
        </p:grpSpPr>
        <p:sp>
          <p:nvSpPr>
            <p:cNvPr id="232" name="Google Shape;232;p21"/>
            <p:cNvSpPr/>
            <p:nvPr/>
          </p:nvSpPr>
          <p:spPr>
            <a:xfrm>
              <a:off x="-2981249" y="4185615"/>
              <a:ext cx="3844172" cy="4035545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 rot="5114100">
              <a:off x="8678084" y="-994810"/>
              <a:ext cx="2215747" cy="2388928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 rot="5114100">
              <a:off x="8650417" y="-715298"/>
              <a:ext cx="2160615" cy="2619741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1"/>
            <p:cNvSpPr/>
            <p:nvPr/>
          </p:nvSpPr>
          <p:spPr>
            <a:xfrm rot="5114100">
              <a:off x="8467940" y="-882708"/>
              <a:ext cx="2497588" cy="262192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1"/>
            <p:cNvSpPr/>
            <p:nvPr/>
          </p:nvSpPr>
          <p:spPr>
            <a:xfrm rot="1430265">
              <a:off x="-3029963" y="3507636"/>
              <a:ext cx="3378707" cy="3642785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1"/>
            <p:cNvSpPr/>
            <p:nvPr/>
          </p:nvSpPr>
          <p:spPr>
            <a:xfrm rot="1430265">
              <a:off x="-2686314" y="4021970"/>
              <a:ext cx="3294638" cy="3994742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8" name="Google Shape;238;p21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21"/>
          <p:cNvSpPr txBox="1">
            <a:spLocks noGrp="1"/>
          </p:cNvSpPr>
          <p:nvPr>
            <p:ph type="subTitle" idx="1"/>
          </p:nvPr>
        </p:nvSpPr>
        <p:spPr>
          <a:xfrm>
            <a:off x="2117675" y="1629800"/>
            <a:ext cx="22002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0" name="Google Shape;240;p21"/>
          <p:cNvSpPr txBox="1">
            <a:spLocks noGrp="1"/>
          </p:cNvSpPr>
          <p:nvPr>
            <p:ph type="subTitle" idx="2"/>
          </p:nvPr>
        </p:nvSpPr>
        <p:spPr>
          <a:xfrm>
            <a:off x="2117675" y="1823228"/>
            <a:ext cx="2200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1" name="Google Shape;241;p21"/>
          <p:cNvSpPr txBox="1">
            <a:spLocks noGrp="1"/>
          </p:cNvSpPr>
          <p:nvPr>
            <p:ph type="subTitle" idx="3"/>
          </p:nvPr>
        </p:nvSpPr>
        <p:spPr>
          <a:xfrm>
            <a:off x="2117675" y="3087973"/>
            <a:ext cx="22002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2" name="Google Shape;242;p21"/>
          <p:cNvSpPr txBox="1">
            <a:spLocks noGrp="1"/>
          </p:cNvSpPr>
          <p:nvPr>
            <p:ph type="subTitle" idx="4"/>
          </p:nvPr>
        </p:nvSpPr>
        <p:spPr>
          <a:xfrm>
            <a:off x="2117675" y="3281401"/>
            <a:ext cx="2200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3" name="Google Shape;243;p21"/>
          <p:cNvSpPr txBox="1">
            <a:spLocks noGrp="1"/>
          </p:cNvSpPr>
          <p:nvPr>
            <p:ph type="subTitle" idx="5"/>
          </p:nvPr>
        </p:nvSpPr>
        <p:spPr>
          <a:xfrm>
            <a:off x="4825925" y="1629800"/>
            <a:ext cx="22002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4" name="Google Shape;244;p21"/>
          <p:cNvSpPr txBox="1">
            <a:spLocks noGrp="1"/>
          </p:cNvSpPr>
          <p:nvPr>
            <p:ph type="subTitle" idx="6"/>
          </p:nvPr>
        </p:nvSpPr>
        <p:spPr>
          <a:xfrm>
            <a:off x="4825925" y="1823228"/>
            <a:ext cx="2200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5" name="Google Shape;245;p21"/>
          <p:cNvSpPr txBox="1">
            <a:spLocks noGrp="1"/>
          </p:cNvSpPr>
          <p:nvPr>
            <p:ph type="subTitle" idx="7"/>
          </p:nvPr>
        </p:nvSpPr>
        <p:spPr>
          <a:xfrm>
            <a:off x="4825925" y="3087973"/>
            <a:ext cx="22002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6" name="Google Shape;246;p21"/>
          <p:cNvSpPr txBox="1">
            <a:spLocks noGrp="1"/>
          </p:cNvSpPr>
          <p:nvPr>
            <p:ph type="subTitle" idx="8"/>
          </p:nvPr>
        </p:nvSpPr>
        <p:spPr>
          <a:xfrm>
            <a:off x="4825925" y="3281401"/>
            <a:ext cx="2200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right">
  <p:cSld name="CUSTOM_2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"/>
          <p:cNvSpPr txBox="1">
            <a:spLocks noGrp="1"/>
          </p:cNvSpPr>
          <p:nvPr>
            <p:ph type="title"/>
          </p:nvPr>
        </p:nvSpPr>
        <p:spPr>
          <a:xfrm>
            <a:off x="5439725" y="1726072"/>
            <a:ext cx="28461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grpSp>
        <p:nvGrpSpPr>
          <p:cNvPr id="249" name="Google Shape;249;p22"/>
          <p:cNvGrpSpPr/>
          <p:nvPr/>
        </p:nvGrpSpPr>
        <p:grpSpPr>
          <a:xfrm flipH="1">
            <a:off x="-1967333" y="-2924127"/>
            <a:ext cx="5436706" cy="5991673"/>
            <a:chOff x="5129250" y="-2537327"/>
            <a:chExt cx="5436706" cy="5991673"/>
          </a:xfrm>
        </p:grpSpPr>
        <p:sp>
          <p:nvSpPr>
            <p:cNvPr id="250" name="Google Shape;250;p22"/>
            <p:cNvSpPr/>
            <p:nvPr/>
          </p:nvSpPr>
          <p:spPr>
            <a:xfrm rot="1514338">
              <a:off x="5806126" y="-1910385"/>
              <a:ext cx="3844152" cy="403552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2"/>
            <p:cNvSpPr/>
            <p:nvPr/>
          </p:nvSpPr>
          <p:spPr>
            <a:xfrm rot="1430265">
              <a:off x="6184762" y="-1321502"/>
              <a:ext cx="3378707" cy="3642785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2"/>
            <p:cNvSpPr/>
            <p:nvPr/>
          </p:nvSpPr>
          <p:spPr>
            <a:xfrm rot="1430265">
              <a:off x="6604611" y="-1035768"/>
              <a:ext cx="3294638" cy="3994742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3" name="Google Shape;253;p22"/>
          <p:cNvGrpSpPr/>
          <p:nvPr/>
        </p:nvGrpSpPr>
        <p:grpSpPr>
          <a:xfrm flipH="1">
            <a:off x="3951018" y="2219348"/>
            <a:ext cx="5773512" cy="5606870"/>
            <a:chOff x="-2896958" y="1534023"/>
            <a:chExt cx="5773512" cy="5606870"/>
          </a:xfrm>
        </p:grpSpPr>
        <p:sp>
          <p:nvSpPr>
            <p:cNvPr id="254" name="Google Shape;254;p22"/>
            <p:cNvSpPr/>
            <p:nvPr/>
          </p:nvSpPr>
          <p:spPr>
            <a:xfrm rot="1514338">
              <a:off x="-2275832" y="2912408"/>
              <a:ext cx="3410358" cy="3676910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2"/>
            <p:cNvSpPr/>
            <p:nvPr/>
          </p:nvSpPr>
          <p:spPr>
            <a:xfrm rot="1514338">
              <a:off x="-1152704" y="2271963"/>
              <a:ext cx="3325502" cy="4032164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2"/>
            <p:cNvSpPr/>
            <p:nvPr/>
          </p:nvSpPr>
          <p:spPr>
            <a:xfrm rot="1514338">
              <a:off x="-1644474" y="2160965"/>
              <a:ext cx="3844152" cy="403552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7" name="Google Shape;257;p22"/>
          <p:cNvSpPr txBox="1">
            <a:spLocks noGrp="1"/>
          </p:cNvSpPr>
          <p:nvPr>
            <p:ph type="subTitle" idx="1"/>
          </p:nvPr>
        </p:nvSpPr>
        <p:spPr>
          <a:xfrm>
            <a:off x="5232875" y="2323535"/>
            <a:ext cx="3259800" cy="8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escription">
  <p:cSld name="CUSTOM_5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23"/>
          <p:cNvGrpSpPr/>
          <p:nvPr/>
        </p:nvGrpSpPr>
        <p:grpSpPr>
          <a:xfrm>
            <a:off x="-3100002" y="-1641977"/>
            <a:ext cx="15032908" cy="8840157"/>
            <a:chOff x="-3100002" y="-1641977"/>
            <a:chExt cx="15032908" cy="8840157"/>
          </a:xfrm>
        </p:grpSpPr>
        <p:sp>
          <p:nvSpPr>
            <p:cNvPr id="260" name="Google Shape;260;p23"/>
            <p:cNvSpPr/>
            <p:nvPr/>
          </p:nvSpPr>
          <p:spPr>
            <a:xfrm rot="1514338">
              <a:off x="7173076" y="-1015035"/>
              <a:ext cx="3844152" cy="403552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3"/>
            <p:cNvSpPr/>
            <p:nvPr/>
          </p:nvSpPr>
          <p:spPr>
            <a:xfrm rot="-8385681">
              <a:off x="-1067073" y="2244669"/>
              <a:ext cx="3410414" cy="3676970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3"/>
            <p:cNvSpPr/>
            <p:nvPr/>
          </p:nvSpPr>
          <p:spPr>
            <a:xfrm rot="-8385681">
              <a:off x="-2188305" y="2234378"/>
              <a:ext cx="3325556" cy="4032230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3"/>
            <p:cNvSpPr/>
            <p:nvPr/>
          </p:nvSpPr>
          <p:spPr>
            <a:xfrm rot="-8385681">
              <a:off x="-2251408" y="2398451"/>
              <a:ext cx="3844216" cy="4035590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3"/>
            <p:cNvSpPr/>
            <p:nvPr/>
          </p:nvSpPr>
          <p:spPr>
            <a:xfrm rot="1430265">
              <a:off x="7551712" y="-426152"/>
              <a:ext cx="3378707" cy="3642785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3"/>
            <p:cNvSpPr/>
            <p:nvPr/>
          </p:nvSpPr>
          <p:spPr>
            <a:xfrm rot="1430265">
              <a:off x="7971561" y="-140418"/>
              <a:ext cx="3294638" cy="3994742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6" name="Google Shape;266;p23"/>
          <p:cNvSpPr txBox="1">
            <a:spLocks noGrp="1"/>
          </p:cNvSpPr>
          <p:nvPr>
            <p:ph type="subTitle" idx="1"/>
          </p:nvPr>
        </p:nvSpPr>
        <p:spPr>
          <a:xfrm>
            <a:off x="3335425" y="1786125"/>
            <a:ext cx="2473200" cy="15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6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"/>
          <p:cNvSpPr txBox="1">
            <a:spLocks noGrp="1"/>
          </p:cNvSpPr>
          <p:nvPr>
            <p:ph type="subTitle" idx="1"/>
          </p:nvPr>
        </p:nvSpPr>
        <p:spPr>
          <a:xfrm>
            <a:off x="3397475" y="1885271"/>
            <a:ext cx="23490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0" name="Google Shape;270;p24"/>
          <p:cNvSpPr txBox="1">
            <a:spLocks noGrp="1"/>
          </p:cNvSpPr>
          <p:nvPr>
            <p:ph type="subTitle" idx="2"/>
          </p:nvPr>
        </p:nvSpPr>
        <p:spPr>
          <a:xfrm>
            <a:off x="3397475" y="2078700"/>
            <a:ext cx="23490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1" name="Google Shape;271;p24"/>
          <p:cNvSpPr txBox="1">
            <a:spLocks noGrp="1"/>
          </p:cNvSpPr>
          <p:nvPr>
            <p:ph type="subTitle" idx="3"/>
          </p:nvPr>
        </p:nvSpPr>
        <p:spPr>
          <a:xfrm>
            <a:off x="819875" y="1885271"/>
            <a:ext cx="23490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2" name="Google Shape;272;p24"/>
          <p:cNvSpPr txBox="1">
            <a:spLocks noGrp="1"/>
          </p:cNvSpPr>
          <p:nvPr>
            <p:ph type="subTitle" idx="4"/>
          </p:nvPr>
        </p:nvSpPr>
        <p:spPr>
          <a:xfrm>
            <a:off x="819875" y="2078700"/>
            <a:ext cx="23490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3" name="Google Shape;273;p24"/>
          <p:cNvSpPr txBox="1">
            <a:spLocks noGrp="1"/>
          </p:cNvSpPr>
          <p:nvPr>
            <p:ph type="subTitle" idx="5"/>
          </p:nvPr>
        </p:nvSpPr>
        <p:spPr>
          <a:xfrm>
            <a:off x="5975075" y="1885271"/>
            <a:ext cx="23490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4" name="Google Shape;274;p24"/>
          <p:cNvSpPr txBox="1">
            <a:spLocks noGrp="1"/>
          </p:cNvSpPr>
          <p:nvPr>
            <p:ph type="subTitle" idx="6"/>
          </p:nvPr>
        </p:nvSpPr>
        <p:spPr>
          <a:xfrm>
            <a:off x="5975075" y="2078700"/>
            <a:ext cx="23490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5" name="Google Shape;275;p24"/>
          <p:cNvSpPr txBox="1">
            <a:spLocks noGrp="1"/>
          </p:cNvSpPr>
          <p:nvPr>
            <p:ph type="subTitle" idx="7"/>
          </p:nvPr>
        </p:nvSpPr>
        <p:spPr>
          <a:xfrm>
            <a:off x="3397475" y="3436796"/>
            <a:ext cx="23490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6" name="Google Shape;276;p24"/>
          <p:cNvSpPr txBox="1">
            <a:spLocks noGrp="1"/>
          </p:cNvSpPr>
          <p:nvPr>
            <p:ph type="subTitle" idx="8"/>
          </p:nvPr>
        </p:nvSpPr>
        <p:spPr>
          <a:xfrm>
            <a:off x="3397475" y="3630225"/>
            <a:ext cx="23490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7" name="Google Shape;277;p24"/>
          <p:cNvSpPr txBox="1">
            <a:spLocks noGrp="1"/>
          </p:cNvSpPr>
          <p:nvPr>
            <p:ph type="subTitle" idx="9"/>
          </p:nvPr>
        </p:nvSpPr>
        <p:spPr>
          <a:xfrm>
            <a:off x="819875" y="3436796"/>
            <a:ext cx="23490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8" name="Google Shape;278;p24"/>
          <p:cNvSpPr txBox="1">
            <a:spLocks noGrp="1"/>
          </p:cNvSpPr>
          <p:nvPr>
            <p:ph type="subTitle" idx="13"/>
          </p:nvPr>
        </p:nvSpPr>
        <p:spPr>
          <a:xfrm>
            <a:off x="819875" y="3630225"/>
            <a:ext cx="23490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9" name="Google Shape;279;p24"/>
          <p:cNvSpPr txBox="1">
            <a:spLocks noGrp="1"/>
          </p:cNvSpPr>
          <p:nvPr>
            <p:ph type="subTitle" idx="14"/>
          </p:nvPr>
        </p:nvSpPr>
        <p:spPr>
          <a:xfrm>
            <a:off x="5975075" y="3436796"/>
            <a:ext cx="23490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80" name="Google Shape;280;p24"/>
          <p:cNvSpPr txBox="1">
            <a:spLocks noGrp="1"/>
          </p:cNvSpPr>
          <p:nvPr>
            <p:ph type="subTitle" idx="15"/>
          </p:nvPr>
        </p:nvSpPr>
        <p:spPr>
          <a:xfrm>
            <a:off x="5975075" y="3630225"/>
            <a:ext cx="23490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81" name="Google Shape;281;p24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282" name="Google Shape;282;p24"/>
          <p:cNvGrpSpPr/>
          <p:nvPr/>
        </p:nvGrpSpPr>
        <p:grpSpPr>
          <a:xfrm>
            <a:off x="-1944548" y="-2078751"/>
            <a:ext cx="12510594" cy="8501586"/>
            <a:chOff x="-1944548" y="-2078751"/>
            <a:chExt cx="12510594" cy="8501586"/>
          </a:xfrm>
        </p:grpSpPr>
        <p:sp>
          <p:nvSpPr>
            <p:cNvPr id="283" name="Google Shape;283;p24"/>
            <p:cNvSpPr/>
            <p:nvPr/>
          </p:nvSpPr>
          <p:spPr>
            <a:xfrm rot="-1514522" flipH="1">
              <a:off x="-1358416" y="-1677542"/>
              <a:ext cx="2459868" cy="2582326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4"/>
            <p:cNvSpPr/>
            <p:nvPr/>
          </p:nvSpPr>
          <p:spPr>
            <a:xfrm rot="-1514455" flipH="1">
              <a:off x="8677413" y="4441916"/>
              <a:ext cx="1597641" cy="1722512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4"/>
            <p:cNvSpPr/>
            <p:nvPr/>
          </p:nvSpPr>
          <p:spPr>
            <a:xfrm rot="-1514455" flipH="1">
              <a:off x="8191049" y="4141902"/>
              <a:ext cx="1557889" cy="1888937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4"/>
            <p:cNvSpPr/>
            <p:nvPr/>
          </p:nvSpPr>
          <p:spPr>
            <a:xfrm rot="-1514455" flipH="1">
              <a:off x="8178446" y="4089912"/>
              <a:ext cx="1800860" cy="1890511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4"/>
            <p:cNvSpPr/>
            <p:nvPr/>
          </p:nvSpPr>
          <p:spPr>
            <a:xfrm rot="-1430168" flipH="1">
              <a:off x="-1303062" y="-1300746"/>
              <a:ext cx="2162115" cy="2331105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4"/>
            <p:cNvSpPr/>
            <p:nvPr/>
          </p:nvSpPr>
          <p:spPr>
            <a:xfrm rot="-1430168" flipH="1">
              <a:off x="-1517927" y="-1117903"/>
              <a:ext cx="2108318" cy="2556331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CUSTOM_8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p25"/>
          <p:cNvGrpSpPr/>
          <p:nvPr/>
        </p:nvGrpSpPr>
        <p:grpSpPr>
          <a:xfrm>
            <a:off x="-585686" y="-1099379"/>
            <a:ext cx="10929759" cy="7352891"/>
            <a:chOff x="-585686" y="-1099379"/>
            <a:chExt cx="10929759" cy="7352891"/>
          </a:xfrm>
        </p:grpSpPr>
        <p:sp>
          <p:nvSpPr>
            <p:cNvPr id="291" name="Google Shape;291;p25"/>
            <p:cNvSpPr/>
            <p:nvPr/>
          </p:nvSpPr>
          <p:spPr>
            <a:xfrm rot="315833">
              <a:off x="-470260" y="2809509"/>
              <a:ext cx="2437809" cy="2628347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5"/>
            <p:cNvSpPr/>
            <p:nvPr/>
          </p:nvSpPr>
          <p:spPr>
            <a:xfrm rot="315833">
              <a:off x="-13572" y="3038950"/>
              <a:ext cx="2377152" cy="2882292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5"/>
            <p:cNvSpPr/>
            <p:nvPr/>
          </p:nvSpPr>
          <p:spPr>
            <a:xfrm rot="315833">
              <a:off x="-286641" y="3248850"/>
              <a:ext cx="2747897" cy="2884694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5"/>
            <p:cNvSpPr/>
            <p:nvPr/>
          </p:nvSpPr>
          <p:spPr>
            <a:xfrm rot="315633">
              <a:off x="6771567" y="-971975"/>
              <a:ext cx="2924002" cy="3152541"/>
            </a:xfrm>
            <a:custGeom>
              <a:avLst/>
              <a:gdLst/>
              <a:ahLst/>
              <a:cxnLst/>
              <a:rect l="l" t="t" r="r" b="b"/>
              <a:pathLst>
                <a:path w="84238" h="90822" extrusionOk="0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5"/>
            <p:cNvSpPr/>
            <p:nvPr/>
          </p:nvSpPr>
          <p:spPr>
            <a:xfrm rot="315633">
              <a:off x="6951891" y="-552494"/>
              <a:ext cx="2851248" cy="3457132"/>
            </a:xfrm>
            <a:custGeom>
              <a:avLst/>
              <a:gdLst/>
              <a:ahLst/>
              <a:cxnLst/>
              <a:rect l="l" t="t" r="r" b="b"/>
              <a:pathLst>
                <a:path w="82142" h="99597" extrusionOk="0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5"/>
            <p:cNvSpPr/>
            <p:nvPr/>
          </p:nvSpPr>
          <p:spPr>
            <a:xfrm rot="315633">
              <a:off x="6896466" y="-360189"/>
              <a:ext cx="3295933" cy="3460013"/>
            </a:xfrm>
            <a:custGeom>
              <a:avLst/>
              <a:gdLst/>
              <a:ahLst/>
              <a:cxnLst/>
              <a:rect l="l" t="t" r="r" b="b"/>
              <a:pathLst>
                <a:path w="94953" h="99680" extrusionOk="0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5"/>
            <p:cNvSpPr/>
            <p:nvPr/>
          </p:nvSpPr>
          <p:spPr>
            <a:xfrm>
              <a:off x="718309" y="578058"/>
              <a:ext cx="7701300" cy="4009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5"/>
            <p:cNvSpPr/>
            <p:nvPr/>
          </p:nvSpPr>
          <p:spPr>
            <a:xfrm rot="5400000">
              <a:off x="2555945" y="-1308801"/>
              <a:ext cx="4032129" cy="7761081"/>
            </a:xfrm>
            <a:custGeom>
              <a:avLst/>
              <a:gdLst/>
              <a:ahLst/>
              <a:cxnLst/>
              <a:rect l="l" t="t" r="r" b="b"/>
              <a:pathLst>
                <a:path w="47852" h="71534" extrusionOk="0">
                  <a:moveTo>
                    <a:pt x="47852" y="71533"/>
                  </a:moveTo>
                  <a:lnTo>
                    <a:pt x="0" y="71533"/>
                  </a:lnTo>
                  <a:lnTo>
                    <a:pt x="0" y="0"/>
                  </a:lnTo>
                  <a:lnTo>
                    <a:pt x="47852" y="0"/>
                  </a:lnTo>
                  <a:close/>
                  <a:moveTo>
                    <a:pt x="441" y="71093"/>
                  </a:moveTo>
                  <a:lnTo>
                    <a:pt x="47411" y="71093"/>
                  </a:lnTo>
                  <a:lnTo>
                    <a:pt x="47411" y="453"/>
                  </a:lnTo>
                  <a:lnTo>
                    <a:pt x="441" y="453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9" name="Google Shape;299;p25"/>
          <p:cNvSpPr txBox="1">
            <a:spLocks noGrp="1"/>
          </p:cNvSpPr>
          <p:nvPr>
            <p:ph type="title"/>
          </p:nvPr>
        </p:nvSpPr>
        <p:spPr>
          <a:xfrm>
            <a:off x="2822850" y="691900"/>
            <a:ext cx="3498300" cy="10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300" name="Google Shape;300;p25"/>
          <p:cNvSpPr txBox="1">
            <a:spLocks noGrp="1"/>
          </p:cNvSpPr>
          <p:nvPr>
            <p:ph type="subTitle" idx="1"/>
          </p:nvPr>
        </p:nvSpPr>
        <p:spPr>
          <a:xfrm>
            <a:off x="2822975" y="1487500"/>
            <a:ext cx="34983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01" name="Google Shape;301;p25"/>
          <p:cNvSpPr txBox="1">
            <a:spLocks noGrp="1"/>
          </p:cNvSpPr>
          <p:nvPr>
            <p:ph type="title" idx="2"/>
          </p:nvPr>
        </p:nvSpPr>
        <p:spPr>
          <a:xfrm>
            <a:off x="2822850" y="1962700"/>
            <a:ext cx="3498300" cy="10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302" name="Google Shape;302;p25"/>
          <p:cNvSpPr txBox="1">
            <a:spLocks noGrp="1"/>
          </p:cNvSpPr>
          <p:nvPr>
            <p:ph type="subTitle" idx="3"/>
          </p:nvPr>
        </p:nvSpPr>
        <p:spPr>
          <a:xfrm>
            <a:off x="2822975" y="2758300"/>
            <a:ext cx="34983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03" name="Google Shape;303;p25"/>
          <p:cNvSpPr txBox="1">
            <a:spLocks noGrp="1"/>
          </p:cNvSpPr>
          <p:nvPr>
            <p:ph type="title" idx="4"/>
          </p:nvPr>
        </p:nvSpPr>
        <p:spPr>
          <a:xfrm>
            <a:off x="2822850" y="3233500"/>
            <a:ext cx="3498300" cy="10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304" name="Google Shape;304;p25"/>
          <p:cNvSpPr txBox="1">
            <a:spLocks noGrp="1"/>
          </p:cNvSpPr>
          <p:nvPr>
            <p:ph type="subTitle" idx="5"/>
          </p:nvPr>
        </p:nvSpPr>
        <p:spPr>
          <a:xfrm>
            <a:off x="2822975" y="4029100"/>
            <a:ext cx="34983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9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26"/>
          <p:cNvGrpSpPr/>
          <p:nvPr/>
        </p:nvGrpSpPr>
        <p:grpSpPr>
          <a:xfrm>
            <a:off x="-2896958" y="-2624952"/>
            <a:ext cx="13462914" cy="10123374"/>
            <a:chOff x="-2896958" y="-2624952"/>
            <a:chExt cx="13462914" cy="10123374"/>
          </a:xfrm>
        </p:grpSpPr>
        <p:grpSp>
          <p:nvGrpSpPr>
            <p:cNvPr id="307" name="Google Shape;307;p26"/>
            <p:cNvGrpSpPr/>
            <p:nvPr/>
          </p:nvGrpSpPr>
          <p:grpSpPr>
            <a:xfrm>
              <a:off x="-2896958" y="-2624952"/>
              <a:ext cx="13462914" cy="10123374"/>
              <a:chOff x="-2896958" y="-2624952"/>
              <a:chExt cx="13462914" cy="10123374"/>
            </a:xfrm>
          </p:grpSpPr>
          <p:sp>
            <p:nvSpPr>
              <p:cNvPr id="308" name="Google Shape;308;p26"/>
              <p:cNvSpPr/>
              <p:nvPr/>
            </p:nvSpPr>
            <p:spPr>
              <a:xfrm rot="9285662" flipH="1">
                <a:off x="5806126" y="2835956"/>
                <a:ext cx="3844152" cy="4035524"/>
              </a:xfrm>
              <a:custGeom>
                <a:avLst/>
                <a:gdLst/>
                <a:ahLst/>
                <a:cxnLst/>
                <a:rect l="l" t="t" r="r" b="b"/>
                <a:pathLst>
                  <a:path w="94953" h="99680" extrusionOk="0">
                    <a:moveTo>
                      <a:pt x="39160" y="99680"/>
                    </a:moveTo>
                    <a:lnTo>
                      <a:pt x="39088" y="99549"/>
                    </a:lnTo>
                    <a:lnTo>
                      <a:pt x="0" y="29707"/>
                    </a:lnTo>
                    <a:lnTo>
                      <a:pt x="131" y="29671"/>
                    </a:lnTo>
                    <a:lnTo>
                      <a:pt x="94857" y="1"/>
                    </a:lnTo>
                    <a:lnTo>
                      <a:pt x="94952" y="41887"/>
                    </a:lnTo>
                    <a:lnTo>
                      <a:pt x="94929" y="41923"/>
                    </a:lnTo>
                    <a:close/>
                    <a:moveTo>
                      <a:pt x="322" y="29838"/>
                    </a:moveTo>
                    <a:lnTo>
                      <a:pt x="39207" y="99311"/>
                    </a:lnTo>
                    <a:lnTo>
                      <a:pt x="94738" y="41792"/>
                    </a:lnTo>
                    <a:lnTo>
                      <a:pt x="94631" y="29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26"/>
              <p:cNvSpPr/>
              <p:nvPr/>
            </p:nvSpPr>
            <p:spPr>
              <a:xfrm rot="9285662" flipH="1">
                <a:off x="-2275832" y="-2073377"/>
                <a:ext cx="3410358" cy="3676910"/>
              </a:xfrm>
              <a:custGeom>
                <a:avLst/>
                <a:gdLst/>
                <a:ahLst/>
                <a:cxnLst/>
                <a:rect l="l" t="t" r="r" b="b"/>
                <a:pathLst>
                  <a:path w="84238" h="90822" extrusionOk="0">
                    <a:moveTo>
                      <a:pt x="15348" y="90821"/>
                    </a:moveTo>
                    <a:lnTo>
                      <a:pt x="15312" y="90726"/>
                    </a:lnTo>
                    <a:lnTo>
                      <a:pt x="1" y="51566"/>
                    </a:lnTo>
                    <a:lnTo>
                      <a:pt x="45197" y="8501"/>
                    </a:lnTo>
                    <a:lnTo>
                      <a:pt x="45221" y="8501"/>
                    </a:lnTo>
                    <a:lnTo>
                      <a:pt x="76868" y="0"/>
                    </a:lnTo>
                    <a:lnTo>
                      <a:pt x="84238" y="19110"/>
                    </a:lnTo>
                    <a:lnTo>
                      <a:pt x="84238" y="19146"/>
                    </a:lnTo>
                    <a:lnTo>
                      <a:pt x="74486" y="79701"/>
                    </a:lnTo>
                    <a:lnTo>
                      <a:pt x="74403" y="79713"/>
                    </a:lnTo>
                    <a:close/>
                    <a:moveTo>
                      <a:pt x="275" y="51626"/>
                    </a:moveTo>
                    <a:lnTo>
                      <a:pt x="15491" y="90559"/>
                    </a:lnTo>
                    <a:lnTo>
                      <a:pt x="74284" y="79510"/>
                    </a:lnTo>
                    <a:lnTo>
                      <a:pt x="84011" y="19134"/>
                    </a:lnTo>
                    <a:lnTo>
                      <a:pt x="76737" y="262"/>
                    </a:lnTo>
                    <a:lnTo>
                      <a:pt x="45304" y="87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26"/>
              <p:cNvSpPr/>
              <p:nvPr/>
            </p:nvSpPr>
            <p:spPr>
              <a:xfrm rot="9285662" flipH="1">
                <a:off x="-1152704" y="-1788187"/>
                <a:ext cx="3325502" cy="4032164"/>
              </a:xfrm>
              <a:custGeom>
                <a:avLst/>
                <a:gdLst/>
                <a:ahLst/>
                <a:cxnLst/>
                <a:rect l="l" t="t" r="r" b="b"/>
                <a:pathLst>
                  <a:path w="82142" h="99597" extrusionOk="0">
                    <a:moveTo>
                      <a:pt x="26433" y="99596"/>
                    </a:moveTo>
                    <a:lnTo>
                      <a:pt x="26361" y="99549"/>
                    </a:lnTo>
                    <a:lnTo>
                      <a:pt x="1" y="83523"/>
                    </a:lnTo>
                    <a:lnTo>
                      <a:pt x="36" y="83439"/>
                    </a:lnTo>
                    <a:lnTo>
                      <a:pt x="29897" y="1286"/>
                    </a:lnTo>
                    <a:lnTo>
                      <a:pt x="29969" y="1286"/>
                    </a:lnTo>
                    <a:lnTo>
                      <a:pt x="82142" y="1"/>
                    </a:lnTo>
                    <a:lnTo>
                      <a:pt x="82094" y="144"/>
                    </a:lnTo>
                    <a:lnTo>
                      <a:pt x="59199" y="72462"/>
                    </a:lnTo>
                    <a:lnTo>
                      <a:pt x="59175" y="72474"/>
                    </a:lnTo>
                    <a:close/>
                    <a:moveTo>
                      <a:pt x="274" y="83428"/>
                    </a:moveTo>
                    <a:lnTo>
                      <a:pt x="26421" y="99322"/>
                    </a:lnTo>
                    <a:lnTo>
                      <a:pt x="59008" y="72331"/>
                    </a:lnTo>
                    <a:lnTo>
                      <a:pt x="81832" y="227"/>
                    </a:lnTo>
                    <a:lnTo>
                      <a:pt x="30040" y="150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26"/>
              <p:cNvSpPr/>
              <p:nvPr/>
            </p:nvSpPr>
            <p:spPr>
              <a:xfrm rot="9285662" flipH="1">
                <a:off x="-1644474" y="-1680548"/>
                <a:ext cx="3844152" cy="4035524"/>
              </a:xfrm>
              <a:custGeom>
                <a:avLst/>
                <a:gdLst/>
                <a:ahLst/>
                <a:cxnLst/>
                <a:rect l="l" t="t" r="r" b="b"/>
                <a:pathLst>
                  <a:path w="94953" h="99680" extrusionOk="0">
                    <a:moveTo>
                      <a:pt x="39160" y="99680"/>
                    </a:moveTo>
                    <a:lnTo>
                      <a:pt x="39088" y="99549"/>
                    </a:lnTo>
                    <a:lnTo>
                      <a:pt x="0" y="29707"/>
                    </a:lnTo>
                    <a:lnTo>
                      <a:pt x="131" y="29671"/>
                    </a:lnTo>
                    <a:lnTo>
                      <a:pt x="94857" y="1"/>
                    </a:lnTo>
                    <a:lnTo>
                      <a:pt x="94952" y="41887"/>
                    </a:lnTo>
                    <a:lnTo>
                      <a:pt x="94929" y="41923"/>
                    </a:lnTo>
                    <a:close/>
                    <a:moveTo>
                      <a:pt x="322" y="29838"/>
                    </a:moveTo>
                    <a:lnTo>
                      <a:pt x="39207" y="99311"/>
                    </a:lnTo>
                    <a:lnTo>
                      <a:pt x="94738" y="41792"/>
                    </a:lnTo>
                    <a:lnTo>
                      <a:pt x="94631" y="29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26"/>
              <p:cNvSpPr/>
              <p:nvPr/>
            </p:nvSpPr>
            <p:spPr>
              <a:xfrm rot="9369735" flipH="1">
                <a:off x="6184762" y="2639811"/>
                <a:ext cx="3378707" cy="3642785"/>
              </a:xfrm>
              <a:custGeom>
                <a:avLst/>
                <a:gdLst/>
                <a:ahLst/>
                <a:cxnLst/>
                <a:rect l="l" t="t" r="r" b="b"/>
                <a:pathLst>
                  <a:path w="84238" h="90822" extrusionOk="0">
                    <a:moveTo>
                      <a:pt x="15348" y="90821"/>
                    </a:moveTo>
                    <a:lnTo>
                      <a:pt x="15312" y="90726"/>
                    </a:lnTo>
                    <a:lnTo>
                      <a:pt x="1" y="51566"/>
                    </a:lnTo>
                    <a:lnTo>
                      <a:pt x="45197" y="8501"/>
                    </a:lnTo>
                    <a:lnTo>
                      <a:pt x="45221" y="8501"/>
                    </a:lnTo>
                    <a:lnTo>
                      <a:pt x="76868" y="0"/>
                    </a:lnTo>
                    <a:lnTo>
                      <a:pt x="84238" y="19110"/>
                    </a:lnTo>
                    <a:lnTo>
                      <a:pt x="84238" y="19146"/>
                    </a:lnTo>
                    <a:lnTo>
                      <a:pt x="74486" y="79701"/>
                    </a:lnTo>
                    <a:lnTo>
                      <a:pt x="74403" y="79713"/>
                    </a:lnTo>
                    <a:close/>
                    <a:moveTo>
                      <a:pt x="275" y="51626"/>
                    </a:moveTo>
                    <a:lnTo>
                      <a:pt x="15491" y="90559"/>
                    </a:lnTo>
                    <a:lnTo>
                      <a:pt x="74284" y="79510"/>
                    </a:lnTo>
                    <a:lnTo>
                      <a:pt x="84011" y="19134"/>
                    </a:lnTo>
                    <a:lnTo>
                      <a:pt x="76737" y="262"/>
                    </a:lnTo>
                    <a:lnTo>
                      <a:pt x="45304" y="870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26"/>
              <p:cNvSpPr/>
              <p:nvPr/>
            </p:nvSpPr>
            <p:spPr>
              <a:xfrm rot="9369735" flipH="1">
                <a:off x="6604611" y="2002120"/>
                <a:ext cx="3294638" cy="3994742"/>
              </a:xfrm>
              <a:custGeom>
                <a:avLst/>
                <a:gdLst/>
                <a:ahLst/>
                <a:cxnLst/>
                <a:rect l="l" t="t" r="r" b="b"/>
                <a:pathLst>
                  <a:path w="82142" h="99597" extrusionOk="0">
                    <a:moveTo>
                      <a:pt x="26433" y="99596"/>
                    </a:moveTo>
                    <a:lnTo>
                      <a:pt x="26361" y="99549"/>
                    </a:lnTo>
                    <a:lnTo>
                      <a:pt x="1" y="83523"/>
                    </a:lnTo>
                    <a:lnTo>
                      <a:pt x="36" y="83439"/>
                    </a:lnTo>
                    <a:lnTo>
                      <a:pt x="29897" y="1286"/>
                    </a:lnTo>
                    <a:lnTo>
                      <a:pt x="29969" y="1286"/>
                    </a:lnTo>
                    <a:lnTo>
                      <a:pt x="82142" y="1"/>
                    </a:lnTo>
                    <a:lnTo>
                      <a:pt x="82094" y="144"/>
                    </a:lnTo>
                    <a:lnTo>
                      <a:pt x="59199" y="72462"/>
                    </a:lnTo>
                    <a:lnTo>
                      <a:pt x="59175" y="72474"/>
                    </a:lnTo>
                    <a:close/>
                    <a:moveTo>
                      <a:pt x="274" y="83428"/>
                    </a:moveTo>
                    <a:lnTo>
                      <a:pt x="26421" y="99322"/>
                    </a:lnTo>
                    <a:lnTo>
                      <a:pt x="59008" y="72331"/>
                    </a:lnTo>
                    <a:lnTo>
                      <a:pt x="81832" y="227"/>
                    </a:lnTo>
                    <a:lnTo>
                      <a:pt x="30040" y="150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4" name="Google Shape;314;p26"/>
            <p:cNvGrpSpPr/>
            <p:nvPr/>
          </p:nvGrpSpPr>
          <p:grpSpPr>
            <a:xfrm rot="5400000">
              <a:off x="1874511" y="-229219"/>
              <a:ext cx="5394990" cy="4302857"/>
              <a:chOff x="404669" y="406050"/>
              <a:chExt cx="8334605" cy="4331445"/>
            </a:xfrm>
          </p:grpSpPr>
          <p:sp>
            <p:nvSpPr>
              <p:cNvPr id="315" name="Google Shape;315;p26"/>
              <p:cNvSpPr/>
              <p:nvPr/>
            </p:nvSpPr>
            <p:spPr>
              <a:xfrm>
                <a:off x="433534" y="430095"/>
                <a:ext cx="8270100" cy="4307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26"/>
              <p:cNvSpPr/>
              <p:nvPr/>
            </p:nvSpPr>
            <p:spPr>
              <a:xfrm rot="5400000">
                <a:off x="2406310" y="-1595591"/>
                <a:ext cx="4331324" cy="8334605"/>
              </a:xfrm>
              <a:custGeom>
                <a:avLst/>
                <a:gdLst/>
                <a:ahLst/>
                <a:cxnLst/>
                <a:rect l="l" t="t" r="r" b="b"/>
                <a:pathLst>
                  <a:path w="47852" h="71534" extrusionOk="0">
                    <a:moveTo>
                      <a:pt x="47852" y="71533"/>
                    </a:moveTo>
                    <a:lnTo>
                      <a:pt x="0" y="71533"/>
                    </a:lnTo>
                    <a:lnTo>
                      <a:pt x="0" y="0"/>
                    </a:lnTo>
                    <a:lnTo>
                      <a:pt x="47852" y="0"/>
                    </a:lnTo>
                    <a:close/>
                    <a:moveTo>
                      <a:pt x="441" y="71093"/>
                    </a:moveTo>
                    <a:lnTo>
                      <a:pt x="47411" y="71093"/>
                    </a:lnTo>
                    <a:lnTo>
                      <a:pt x="47411" y="453"/>
                    </a:lnTo>
                    <a:lnTo>
                      <a:pt x="441" y="45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5000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7" name="Google Shape;317;p26"/>
          <p:cNvSpPr txBox="1">
            <a:spLocks noGrp="1"/>
          </p:cNvSpPr>
          <p:nvPr>
            <p:ph type="subTitle" idx="1"/>
          </p:nvPr>
        </p:nvSpPr>
        <p:spPr>
          <a:xfrm>
            <a:off x="2822913" y="1453572"/>
            <a:ext cx="34983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8" name="Google Shape;318;p26"/>
          <p:cNvSpPr txBox="1">
            <a:spLocks noGrp="1"/>
          </p:cNvSpPr>
          <p:nvPr>
            <p:ph type="subTitle" idx="2"/>
          </p:nvPr>
        </p:nvSpPr>
        <p:spPr>
          <a:xfrm>
            <a:off x="2822913" y="1947954"/>
            <a:ext cx="3498300" cy="7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9" name="Google Shape;319;p26"/>
          <p:cNvSpPr txBox="1"/>
          <p:nvPr/>
        </p:nvSpPr>
        <p:spPr>
          <a:xfrm>
            <a:off x="2785700" y="3454625"/>
            <a:ext cx="35727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lang="en" sz="1200" b="0" i="0" u="none" strike="noStrike" cap="none">
                <a:solidFill>
                  <a:schemeClr val="accent5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200" b="0" i="0" u="none" strike="noStrike" cap="none">
                <a:solidFill>
                  <a:schemeClr val="accent5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lang="en" sz="1200" b="0" i="0" u="none" strike="noStrike" cap="none">
                <a:solidFill>
                  <a:schemeClr val="accent5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 b="0" i="0" u="none" strike="noStrike" cap="none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26"/>
          <p:cNvSpPr txBox="1">
            <a:spLocks noGrp="1"/>
          </p:cNvSpPr>
          <p:nvPr>
            <p:ph type="title"/>
          </p:nvPr>
        </p:nvSpPr>
        <p:spPr>
          <a:xfrm>
            <a:off x="2710300" y="849375"/>
            <a:ext cx="36480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7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28400" y="445025"/>
            <a:ext cx="748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5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28400" y="1808575"/>
            <a:ext cx="7487100" cy="27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</p:sldLayoutIdLst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geeksforgeeks.org" TargetMode="External"/><Relationship Id="rId4" Type="http://schemas.openxmlformats.org/officeDocument/2006/relationships/hyperlink" Target="https://www.youtub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 txBox="1">
            <a:spLocks noGrp="1"/>
          </p:cNvSpPr>
          <p:nvPr>
            <p:ph type="body" idx="1"/>
          </p:nvPr>
        </p:nvSpPr>
        <p:spPr>
          <a:xfrm>
            <a:off x="2814085" y="2077061"/>
            <a:ext cx="6957452" cy="162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600" dirty="0"/>
              <a:t>Student Management System Using </a:t>
            </a:r>
            <a:r>
              <a:rPr lang="en-IN" sz="3600" dirty="0"/>
              <a:t>Python &amp; MYSQL Database </a:t>
            </a:r>
            <a:endParaRPr sz="3600" dirty="0"/>
          </a:p>
        </p:txBody>
      </p:sp>
      <p:sp>
        <p:nvSpPr>
          <p:cNvPr id="341" name="Google Shape;341;p29"/>
          <p:cNvSpPr txBox="1">
            <a:spLocks noGrp="1"/>
          </p:cNvSpPr>
          <p:nvPr>
            <p:ph type="title"/>
          </p:nvPr>
        </p:nvSpPr>
        <p:spPr>
          <a:xfrm>
            <a:off x="5215939" y="860973"/>
            <a:ext cx="2997365" cy="1364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4000" dirty="0"/>
              <a:t>PROJECT</a:t>
            </a:r>
            <a:endParaRPr sz="4000" dirty="0"/>
          </a:p>
        </p:txBody>
      </p:sp>
      <p:pic>
        <p:nvPicPr>
          <p:cNvPr id="2" name="Google Shape;375;p34">
            <a:extLst>
              <a:ext uri="{FF2B5EF4-FFF2-40B4-BE49-F238E27FC236}">
                <a16:creationId xmlns:a16="http://schemas.microsoft.com/office/drawing/2014/main" id="{CA11453B-72AD-30EB-46FB-D2A73CEF18A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668" y="1009034"/>
            <a:ext cx="2735240" cy="136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0"/>
          <p:cNvSpPr txBox="1">
            <a:spLocks noGrp="1"/>
          </p:cNvSpPr>
          <p:nvPr>
            <p:ph type="title"/>
          </p:nvPr>
        </p:nvSpPr>
        <p:spPr>
          <a:xfrm>
            <a:off x="1730550" y="1122263"/>
            <a:ext cx="48012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Things we are going to discuss</a:t>
            </a:r>
            <a:endParaRPr/>
          </a:p>
        </p:txBody>
      </p:sp>
      <p:sp>
        <p:nvSpPr>
          <p:cNvPr id="347" name="Google Shape;347;p30"/>
          <p:cNvSpPr txBox="1"/>
          <p:nvPr/>
        </p:nvSpPr>
        <p:spPr>
          <a:xfrm>
            <a:off x="1730550" y="1747288"/>
            <a:ext cx="5682900" cy="230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Montserrat"/>
              <a:buChar char="❖"/>
            </a:pPr>
            <a:r>
              <a:rPr lang="en" sz="1500" b="0" i="0" u="none" strike="noStrike" cap="none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 sz="1500" b="0" i="0" u="none" strike="noStrike" cap="none" dirty="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Montserrat"/>
              <a:buChar char="❖"/>
            </a:pPr>
            <a:r>
              <a:rPr lang="en" sz="1500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Objectives</a:t>
            </a:r>
            <a:endParaRPr sz="1500" b="0" i="0" u="none" strike="noStrike" cap="none" dirty="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Montserrat"/>
              <a:buChar char="❖"/>
            </a:pPr>
            <a:r>
              <a:rPr lang="en" sz="1500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Tools and Platform</a:t>
            </a:r>
            <a:endParaRPr sz="1500" b="0" i="0" u="none" strike="noStrike" cap="none" dirty="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Montserrat"/>
              <a:buChar char="❖"/>
            </a:pPr>
            <a:r>
              <a:rPr lang="en" sz="1500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Special Requirement</a:t>
            </a:r>
            <a:endParaRPr sz="1500" b="0" i="0" u="none" strike="noStrike" cap="none" dirty="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Montserrat"/>
              <a:buChar char="❖"/>
            </a:pPr>
            <a:r>
              <a:rPr lang="en" sz="1500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Data Flow Diagram</a:t>
            </a:r>
            <a:endParaRPr sz="1500" dirty="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Montserrat"/>
              <a:buChar char="❖"/>
            </a:pPr>
            <a:r>
              <a:rPr lang="en" sz="1500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Figures</a:t>
            </a:r>
            <a:endParaRPr sz="1500" b="0" i="0" u="none" strike="noStrike" cap="none" dirty="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Montserrat"/>
              <a:buChar char="❖"/>
            </a:pPr>
            <a:r>
              <a:rPr lang="en" sz="1500" b="0" i="0" u="none" strike="noStrike" cap="none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sz="1500" b="0" i="0" u="none" strike="noStrike" cap="none" dirty="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Montserrat"/>
              <a:buChar char="❖"/>
            </a:pPr>
            <a:r>
              <a:rPr lang="en" sz="1500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References</a:t>
            </a:r>
            <a:endParaRPr sz="1500" dirty="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1"/>
          <p:cNvSpPr txBox="1">
            <a:spLocks noGrp="1"/>
          </p:cNvSpPr>
          <p:nvPr>
            <p:ph type="title" idx="4294967295"/>
          </p:nvPr>
        </p:nvSpPr>
        <p:spPr>
          <a:xfrm>
            <a:off x="1996950" y="688900"/>
            <a:ext cx="51501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353" name="Google Shape;353;p31"/>
          <p:cNvSpPr txBox="1">
            <a:spLocks noGrp="1"/>
          </p:cNvSpPr>
          <p:nvPr>
            <p:ph type="body" idx="4294967295"/>
          </p:nvPr>
        </p:nvSpPr>
        <p:spPr>
          <a:xfrm>
            <a:off x="740700" y="1748200"/>
            <a:ext cx="3600600" cy="25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</a:pPr>
            <a:r>
              <a:rPr lang="en" sz="1500"/>
              <a:t>Student Management System can handle all the details about a student. The details include student's personal details, academic details etc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</a:pPr>
            <a:r>
              <a:rPr lang="en" sz="1500"/>
              <a:t>The student management system is an automated version of manual Student Management System</a:t>
            </a:r>
            <a:endParaRPr sz="1500"/>
          </a:p>
        </p:txBody>
      </p:sp>
      <p:pic>
        <p:nvPicPr>
          <p:cNvPr id="354" name="Google Shape;35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5825" y="2178300"/>
            <a:ext cx="2947477" cy="167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2"/>
          <p:cNvSpPr txBox="1">
            <a:spLocks noGrp="1"/>
          </p:cNvSpPr>
          <p:nvPr>
            <p:ph type="title"/>
          </p:nvPr>
        </p:nvSpPr>
        <p:spPr>
          <a:xfrm>
            <a:off x="2775150" y="679513"/>
            <a:ext cx="35937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360" name="Google Shape;360;p32"/>
          <p:cNvSpPr txBox="1">
            <a:spLocks noGrp="1"/>
          </p:cNvSpPr>
          <p:nvPr>
            <p:ph type="subTitle" idx="4294967295"/>
          </p:nvPr>
        </p:nvSpPr>
        <p:spPr>
          <a:xfrm>
            <a:off x="576575" y="1703575"/>
            <a:ext cx="40887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</a:pPr>
            <a:r>
              <a:rPr lang="en" sz="1500"/>
              <a:t>Student Management System is a management information system for education establishments to manage student data.</a:t>
            </a:r>
            <a:endParaRPr sz="1500"/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</a:pPr>
            <a:r>
              <a:rPr lang="en" sz="1500"/>
              <a:t>It provide capabilities for registering students in courses, admitting students, tracking student etc.</a:t>
            </a:r>
            <a:endParaRPr sz="1500"/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</a:pPr>
            <a:r>
              <a:rPr lang="en" sz="1500"/>
              <a:t>Ensure data integrity, privacy and security in an open-access environment.</a:t>
            </a:r>
            <a:endParaRPr sz="1500" b="0" i="0" u="none" strike="noStrike" cap="none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1" name="Google Shape;36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6975" y="1676763"/>
            <a:ext cx="3897600" cy="254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prism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3"/>
          <p:cNvSpPr txBox="1">
            <a:spLocks noGrp="1"/>
          </p:cNvSpPr>
          <p:nvPr>
            <p:ph type="title" idx="4294967295"/>
          </p:nvPr>
        </p:nvSpPr>
        <p:spPr>
          <a:xfrm>
            <a:off x="1996950" y="665550"/>
            <a:ext cx="51501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TOOLS AND PLATFORM</a:t>
            </a:r>
            <a:endParaRPr sz="2800"/>
          </a:p>
        </p:txBody>
      </p:sp>
      <p:sp>
        <p:nvSpPr>
          <p:cNvPr id="367" name="Google Shape;367;p33"/>
          <p:cNvSpPr txBox="1">
            <a:spLocks noGrp="1"/>
          </p:cNvSpPr>
          <p:nvPr>
            <p:ph type="body" idx="4294967295"/>
          </p:nvPr>
        </p:nvSpPr>
        <p:spPr>
          <a:xfrm>
            <a:off x="1003763" y="2083901"/>
            <a:ext cx="3600600" cy="1338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</a:pPr>
            <a:r>
              <a:rPr lang="en" sz="1500" dirty="0"/>
              <a:t>We used Python to make this software</a:t>
            </a: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</a:pPr>
            <a:r>
              <a:rPr lang="en" sz="1500" dirty="0"/>
              <a:t>For saving the data of students we used MySQL database</a:t>
            </a:r>
            <a:endParaRPr sz="1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E32CE0-851A-6F54-5911-136F23BF7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953" y="1760682"/>
            <a:ext cx="1363427" cy="13634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88A71E-1B16-6342-7222-476067945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934" y="1778855"/>
            <a:ext cx="3325091" cy="1363426"/>
          </a:xfrm>
          <a:prstGeom prst="rect">
            <a:avLst/>
          </a:prstGeom>
        </p:spPr>
      </p:pic>
      <p:sp>
        <p:nvSpPr>
          <p:cNvPr id="11" name="Cross 10">
            <a:extLst>
              <a:ext uri="{FF2B5EF4-FFF2-40B4-BE49-F238E27FC236}">
                <a16:creationId xmlns:a16="http://schemas.microsoft.com/office/drawing/2014/main" id="{EAD14B71-18FD-E98D-ABD9-DFACC61C4F28}"/>
              </a:ext>
            </a:extLst>
          </p:cNvPr>
          <p:cNvSpPr/>
          <p:nvPr/>
        </p:nvSpPr>
        <p:spPr>
          <a:xfrm>
            <a:off x="6729269" y="2232330"/>
            <a:ext cx="375684" cy="326146"/>
          </a:xfrm>
          <a:prstGeom prst="plus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4"/>
          <p:cNvSpPr txBox="1">
            <a:spLocks noGrp="1"/>
          </p:cNvSpPr>
          <p:nvPr>
            <p:ph type="title" idx="4294967295"/>
          </p:nvPr>
        </p:nvSpPr>
        <p:spPr>
          <a:xfrm>
            <a:off x="1996950" y="345850"/>
            <a:ext cx="51501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SPECIFIC REQUIREMENTS</a:t>
            </a:r>
            <a:endParaRPr sz="2800"/>
          </a:p>
        </p:txBody>
      </p:sp>
      <p:sp>
        <p:nvSpPr>
          <p:cNvPr id="374" name="Google Shape;374;p34"/>
          <p:cNvSpPr txBox="1">
            <a:spLocks noGrp="1"/>
          </p:cNvSpPr>
          <p:nvPr>
            <p:ph type="subTitle" idx="4294967295"/>
          </p:nvPr>
        </p:nvSpPr>
        <p:spPr>
          <a:xfrm>
            <a:off x="1104600" y="912400"/>
            <a:ext cx="6934800" cy="4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accent5"/>
                </a:solidFill>
              </a:rPr>
              <a:t>External interface</a:t>
            </a:r>
            <a:endParaRPr sz="1500" dirty="0"/>
          </a:p>
          <a:p>
            <a:pPr marL="457200" marR="0" lvl="0" indent="-32385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</a:pPr>
            <a:r>
              <a:rPr lang="en" sz="1500" dirty="0"/>
              <a:t>User interfaces-The software provides a good graphical interface for the front end which is self explanatory. </a:t>
            </a:r>
            <a:endParaRPr sz="1500" dirty="0"/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accent5"/>
                </a:solidFill>
              </a:rPr>
              <a:t>Hardware interfaces</a:t>
            </a:r>
            <a:r>
              <a:rPr lang="en" sz="1500" dirty="0"/>
              <a:t> </a:t>
            </a:r>
            <a:endParaRPr sz="1500" dirty="0"/>
          </a:p>
          <a:p>
            <a:pPr marL="457200" marR="0" lvl="0" indent="-32385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</a:pPr>
            <a:r>
              <a:rPr lang="en" sz="1500" dirty="0"/>
              <a:t>Memory minimum of 4GB RAM </a:t>
            </a:r>
            <a:endParaRPr sz="1500" dirty="0"/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</a:pPr>
            <a:r>
              <a:rPr lang="en" sz="1500" dirty="0"/>
              <a:t>Hard disk of 30 GB</a:t>
            </a:r>
            <a:endParaRPr sz="1500" dirty="0"/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</a:pPr>
            <a:r>
              <a:rPr lang="en" sz="1500" dirty="0"/>
              <a:t>Monitor</a:t>
            </a:r>
            <a:endParaRPr sz="1500" dirty="0"/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</a:pPr>
            <a:r>
              <a:rPr lang="en" sz="1500" dirty="0"/>
              <a:t>Mouse</a:t>
            </a:r>
            <a:endParaRPr sz="1500" dirty="0"/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</a:pPr>
            <a:r>
              <a:rPr lang="en" sz="1500" dirty="0"/>
              <a:t>Keyboard</a:t>
            </a:r>
            <a:endParaRPr sz="1500" dirty="0"/>
          </a:p>
          <a:p>
            <a:pPr marL="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accent5"/>
                </a:solidFill>
              </a:rPr>
              <a:t>Software interfaces</a:t>
            </a:r>
            <a:r>
              <a:rPr lang="en" sz="1500" dirty="0"/>
              <a:t> </a:t>
            </a:r>
            <a:endParaRPr sz="1500" dirty="0"/>
          </a:p>
          <a:p>
            <a:pPr marL="457200" marR="0" lvl="0" indent="-32385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</a:pPr>
            <a:r>
              <a:rPr lang="en" sz="1500" dirty="0"/>
              <a:t>Operating System Windows 11</a:t>
            </a:r>
            <a:endParaRPr sz="1500" dirty="0"/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</a:pPr>
            <a:r>
              <a:rPr lang="en" sz="1500" dirty="0"/>
              <a:t>Language Python</a:t>
            </a:r>
            <a:endParaRPr sz="1500" dirty="0"/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</a:pPr>
            <a:r>
              <a:rPr lang="en" sz="1500" dirty="0"/>
              <a:t>MySQL</a:t>
            </a:r>
            <a:endParaRPr sz="1500" b="0" i="0" u="none" strike="noStrike" cap="none" dirty="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75" name="Google Shape;37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8925" y="2399576"/>
            <a:ext cx="3949524" cy="185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7"/>
          <p:cNvSpPr txBox="1">
            <a:spLocks noGrp="1"/>
          </p:cNvSpPr>
          <p:nvPr>
            <p:ph type="title"/>
          </p:nvPr>
        </p:nvSpPr>
        <p:spPr>
          <a:xfrm>
            <a:off x="1996951" y="1465400"/>
            <a:ext cx="51501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/>
              <a:t>DATA FLOW DIAGRAM</a:t>
            </a:r>
            <a:endParaRPr/>
          </a:p>
        </p:txBody>
      </p:sp>
      <p:pic>
        <p:nvPicPr>
          <p:cNvPr id="393" name="Google Shape;39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413" y="2068387"/>
            <a:ext cx="6487176" cy="162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"/>
          <p:cNvSpPr txBox="1">
            <a:spLocks noGrp="1"/>
          </p:cNvSpPr>
          <p:nvPr>
            <p:ph type="body" idx="4294967295"/>
          </p:nvPr>
        </p:nvSpPr>
        <p:spPr>
          <a:xfrm>
            <a:off x="1000949" y="1858539"/>
            <a:ext cx="4350772" cy="2600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33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None/>
            </a:pPr>
            <a:endParaRPr sz="1500" dirty="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</a:pPr>
            <a:r>
              <a:rPr lang="en" sz="1500" dirty="0"/>
              <a:t>Create New </a:t>
            </a:r>
            <a:r>
              <a:rPr lang="en-IN" sz="1500" dirty="0"/>
              <a:t> Student Profile</a:t>
            </a:r>
            <a:endParaRPr sz="1500" dirty="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</a:pPr>
            <a:r>
              <a:rPr lang="en" sz="1500" dirty="0"/>
              <a:t>Add Student Information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</a:pPr>
            <a:r>
              <a:rPr lang="en" sz="1500" dirty="0"/>
              <a:t>Add </a:t>
            </a:r>
            <a:r>
              <a:rPr lang="en-IN" sz="1500" dirty="0"/>
              <a:t>Students Photos </a:t>
            </a:r>
            <a:endParaRPr sz="1500" dirty="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</a:pPr>
            <a:r>
              <a:rPr lang="en" sz="1500" dirty="0"/>
              <a:t>Update Student Information</a:t>
            </a:r>
            <a:endParaRPr sz="1500" dirty="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</a:pPr>
            <a:r>
              <a:rPr lang="en" sz="1500" dirty="0"/>
              <a:t>Delete Student Information</a:t>
            </a:r>
            <a:endParaRPr sz="1500" dirty="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</a:pPr>
            <a:r>
              <a:rPr lang="en" sz="1500" dirty="0"/>
              <a:t>Display </a:t>
            </a:r>
            <a:r>
              <a:rPr lang="en-IN" sz="1500" dirty="0"/>
              <a:t>specific</a:t>
            </a:r>
            <a:r>
              <a:rPr lang="en" sz="1500" dirty="0"/>
              <a:t> Student Information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Char char="●"/>
            </a:pPr>
            <a:r>
              <a:rPr lang="en-IN" sz="1500" dirty="0"/>
              <a:t>Export Data Into an Excel Sheet </a:t>
            </a:r>
            <a:endParaRPr sz="1500" dirty="0"/>
          </a:p>
        </p:txBody>
      </p:sp>
      <p:sp>
        <p:nvSpPr>
          <p:cNvPr id="399" name="Google Shape;399;p38"/>
          <p:cNvSpPr txBox="1">
            <a:spLocks noGrp="1"/>
          </p:cNvSpPr>
          <p:nvPr>
            <p:ph type="title" idx="4294967295"/>
          </p:nvPr>
        </p:nvSpPr>
        <p:spPr>
          <a:xfrm>
            <a:off x="1996950" y="527175"/>
            <a:ext cx="51501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OF THE PROJECT</a:t>
            </a:r>
            <a:endParaRPr/>
          </a:p>
        </p:txBody>
      </p:sp>
      <p:pic>
        <p:nvPicPr>
          <p:cNvPr id="400" name="Google Shape;40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5550" y="1657675"/>
            <a:ext cx="2857500" cy="25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9"/>
          <p:cNvSpPr txBox="1">
            <a:spLocks noGrp="1"/>
          </p:cNvSpPr>
          <p:nvPr>
            <p:ph type="title" idx="4294967295"/>
          </p:nvPr>
        </p:nvSpPr>
        <p:spPr>
          <a:xfrm>
            <a:off x="1996950" y="203975"/>
            <a:ext cx="51501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800"/>
              <a:t>FIGURES</a:t>
            </a:r>
            <a:endParaRPr sz="3800"/>
          </a:p>
        </p:txBody>
      </p:sp>
      <p:sp>
        <p:nvSpPr>
          <p:cNvPr id="3" name="Google Shape;412;p40">
            <a:extLst>
              <a:ext uri="{FF2B5EF4-FFF2-40B4-BE49-F238E27FC236}">
                <a16:creationId xmlns:a16="http://schemas.microsoft.com/office/drawing/2014/main" id="{6A136A67-3EC3-C598-173D-B3C2DFD10E80}"/>
              </a:ext>
            </a:extLst>
          </p:cNvPr>
          <p:cNvSpPr txBox="1"/>
          <p:nvPr/>
        </p:nvSpPr>
        <p:spPr>
          <a:xfrm>
            <a:off x="289328" y="203975"/>
            <a:ext cx="2510099" cy="1013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b="1" dirty="0">
                <a:solidFill>
                  <a:schemeClr val="accent3"/>
                </a:solidFill>
              </a:rPr>
              <a:t>Home Page</a:t>
            </a:r>
            <a:endParaRPr b="1" dirty="0">
              <a:solidFill>
                <a:schemeClr val="accent3"/>
              </a:solidFill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</a:pPr>
            <a:r>
              <a:rPr lang="en" dirty="0">
                <a:solidFill>
                  <a:schemeClr val="accent3"/>
                </a:solidFill>
              </a:rPr>
              <a:t>Add New Student</a:t>
            </a:r>
            <a:endParaRPr dirty="0">
              <a:solidFill>
                <a:schemeClr val="accent3"/>
              </a:solidFill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</a:pPr>
            <a:r>
              <a:rPr lang="en-IN" dirty="0">
                <a:solidFill>
                  <a:schemeClr val="accent3"/>
                </a:solidFill>
              </a:rPr>
              <a:t>View Student Details 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5" name="Google Shape;414;p40">
            <a:extLst>
              <a:ext uri="{FF2B5EF4-FFF2-40B4-BE49-F238E27FC236}">
                <a16:creationId xmlns:a16="http://schemas.microsoft.com/office/drawing/2014/main" id="{5F0C9B61-89C3-9EAA-2386-E5AFF2418BBC}"/>
              </a:ext>
            </a:extLst>
          </p:cNvPr>
          <p:cNvSpPr txBox="1"/>
          <p:nvPr/>
        </p:nvSpPr>
        <p:spPr>
          <a:xfrm>
            <a:off x="2250348" y="419675"/>
            <a:ext cx="2510100" cy="769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</a:pPr>
            <a:r>
              <a:rPr lang="en" dirty="0">
                <a:solidFill>
                  <a:schemeClr val="accent3"/>
                </a:solidFill>
              </a:rPr>
              <a:t>Update Student </a:t>
            </a:r>
            <a:r>
              <a:rPr lang="en-IN" dirty="0">
                <a:solidFill>
                  <a:schemeClr val="accent3"/>
                </a:solidFill>
              </a:rPr>
              <a:t>Details </a:t>
            </a:r>
            <a:endParaRPr dirty="0">
              <a:solidFill>
                <a:schemeClr val="accent3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</a:pPr>
            <a:r>
              <a:rPr lang="en" dirty="0">
                <a:solidFill>
                  <a:schemeClr val="accent3"/>
                </a:solidFill>
              </a:rPr>
              <a:t>Delete </a:t>
            </a:r>
            <a:r>
              <a:rPr lang="en-IN" dirty="0">
                <a:solidFill>
                  <a:schemeClr val="accent3"/>
                </a:solidFill>
              </a:rPr>
              <a:t>Student Details 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6" name="Google Shape;415;p40">
            <a:extLst>
              <a:ext uri="{FF2B5EF4-FFF2-40B4-BE49-F238E27FC236}">
                <a16:creationId xmlns:a16="http://schemas.microsoft.com/office/drawing/2014/main" id="{E118E50F-7962-1FC4-9808-C5194D52451D}"/>
              </a:ext>
            </a:extLst>
          </p:cNvPr>
          <p:cNvSpPr txBox="1"/>
          <p:nvPr/>
        </p:nvSpPr>
        <p:spPr>
          <a:xfrm>
            <a:off x="4651947" y="419675"/>
            <a:ext cx="2947675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</a:pPr>
            <a:r>
              <a:rPr lang="en-IN" dirty="0">
                <a:solidFill>
                  <a:schemeClr val="accent3"/>
                </a:solidFill>
              </a:rPr>
              <a:t>Export Data to Excel Sheet </a:t>
            </a:r>
            <a:endParaRPr dirty="0">
              <a:solidFill>
                <a:schemeClr val="accent3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3D1CAE-19D4-0D35-D74B-55290F886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377" y="1184287"/>
            <a:ext cx="5775114" cy="38444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0"/>
          <p:cNvSpPr txBox="1"/>
          <p:nvPr/>
        </p:nvSpPr>
        <p:spPr>
          <a:xfrm>
            <a:off x="428025" y="-14575"/>
            <a:ext cx="2790096" cy="695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b="1" dirty="0">
                <a:solidFill>
                  <a:schemeClr val="accent3"/>
                </a:solidFill>
              </a:rPr>
              <a:t>Inserting New Student Data:</a:t>
            </a:r>
            <a:endParaRPr b="1" dirty="0">
              <a:solidFill>
                <a:schemeClr val="accent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591D42-C4A7-3144-E385-1A2A3C6D6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873" y="751368"/>
            <a:ext cx="5518254" cy="38675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1"/>
          <p:cNvSpPr txBox="1"/>
          <p:nvPr/>
        </p:nvSpPr>
        <p:spPr>
          <a:xfrm>
            <a:off x="476450" y="252874"/>
            <a:ext cx="2451048" cy="68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b="1" dirty="0">
                <a:solidFill>
                  <a:schemeClr val="accent3"/>
                </a:solidFill>
              </a:rPr>
              <a:t>Updating Student Data: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421" name="Google Shape;421;p41"/>
          <p:cNvSpPr txBox="1"/>
          <p:nvPr/>
        </p:nvSpPr>
        <p:spPr>
          <a:xfrm>
            <a:off x="3147500" y="252875"/>
            <a:ext cx="251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accent3"/>
              </a:solidFill>
            </a:endParaRPr>
          </a:p>
        </p:txBody>
      </p:sp>
      <p:sp>
        <p:nvSpPr>
          <p:cNvPr id="422" name="Google Shape;422;p41"/>
          <p:cNvSpPr txBox="1"/>
          <p:nvPr/>
        </p:nvSpPr>
        <p:spPr>
          <a:xfrm>
            <a:off x="6502650" y="252875"/>
            <a:ext cx="274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accent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666306-AEEB-7A26-8F23-E31FD08BE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974" y="846501"/>
            <a:ext cx="5824737" cy="41056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2"/>
          <p:cNvSpPr txBox="1"/>
          <p:nvPr/>
        </p:nvSpPr>
        <p:spPr>
          <a:xfrm>
            <a:off x="904650" y="1639988"/>
            <a:ext cx="7334700" cy="6156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0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sz="2800" b="0" i="0" u="none" strike="noStrike" cap="none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9" name="Google Shape;429;p42"/>
          <p:cNvSpPr txBox="1"/>
          <p:nvPr/>
        </p:nvSpPr>
        <p:spPr>
          <a:xfrm>
            <a:off x="338550" y="2472663"/>
            <a:ext cx="8466900" cy="838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After completing this project, it will be helpful to maintain all student data. So </a:t>
            </a:r>
            <a:r>
              <a:rPr lang="en-IN" sz="1500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Management</a:t>
            </a:r>
            <a:r>
              <a:rPr lang="en" sz="1500" b="0" i="0" u="none" strike="noStrike" cap="none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 can show </a:t>
            </a:r>
            <a:r>
              <a:rPr lang="en" sz="1500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information</a:t>
            </a:r>
            <a:r>
              <a:rPr lang="en" sz="1500" b="0" i="0" u="none" strike="noStrike" cap="none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 about Any </a:t>
            </a:r>
            <a:r>
              <a:rPr lang="en-IN" sz="1500" b="0" i="0" u="none" strike="noStrike" cap="none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Student</a:t>
            </a:r>
            <a:r>
              <a:rPr lang="en" sz="1500" b="0" i="0" u="none" strike="noStrike" cap="none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 at any time.</a:t>
            </a:r>
            <a:endParaRPr sz="2000" b="0" i="0" u="none" strike="noStrike" cap="none" dirty="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3"/>
          <p:cNvSpPr txBox="1"/>
          <p:nvPr/>
        </p:nvSpPr>
        <p:spPr>
          <a:xfrm>
            <a:off x="2455050" y="1583325"/>
            <a:ext cx="4233900" cy="6156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0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REFERENCES</a:t>
            </a:r>
            <a:endParaRPr sz="2800" b="0" i="0" u="none" strike="noStrike" cap="none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p43"/>
          <p:cNvSpPr txBox="1"/>
          <p:nvPr/>
        </p:nvSpPr>
        <p:spPr>
          <a:xfrm>
            <a:off x="2980425" y="2348175"/>
            <a:ext cx="3024900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Proxima Nova"/>
              <a:buChar char="●"/>
            </a:pPr>
            <a:r>
              <a:rPr lang="en" sz="1500" u="sng" dirty="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 Point</a:t>
            </a:r>
            <a:endParaRPr sz="1500" dirty="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Proxima Nova"/>
              <a:buChar char="●"/>
            </a:pPr>
            <a:r>
              <a:rPr lang="en" sz="1500" u="sng" dirty="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</a:t>
            </a:r>
            <a:endParaRPr sz="1500" dirty="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Proxima Nova"/>
              <a:buChar char="●"/>
            </a:pPr>
            <a:r>
              <a:rPr lang="en" sz="1500" u="sng" dirty="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GeeksforGeeks</a:t>
            </a:r>
            <a:endParaRPr sz="1500" b="0" i="0" u="none" strike="noStrike" cap="none" dirty="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Proxima Nova"/>
              <a:buChar char="●"/>
            </a:pPr>
            <a:r>
              <a:rPr lang="en" sz="1500" u="sng" dirty="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programiz</a:t>
            </a:r>
            <a:endParaRPr sz="1500" b="0" i="0" u="none" strike="noStrike" cap="none" dirty="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al Project Proposa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92C35"/>
      </a:accent1>
      <a:accent2>
        <a:srgbClr val="475972"/>
      </a:accent2>
      <a:accent3>
        <a:srgbClr val="E9E2C9"/>
      </a:accent3>
      <a:accent4>
        <a:srgbClr val="FFDD6B"/>
      </a:accent4>
      <a:accent5>
        <a:srgbClr val="DCAE52"/>
      </a:accent5>
      <a:accent6>
        <a:srgbClr val="AF7132"/>
      </a:accent6>
      <a:hlink>
        <a:srgbClr val="DCAE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BF2CFF2-7348-410B-80F1-352E53851F3B}">
  <we:reference id="wa104379997" version="3.0.0.0" store="en-US" storeType="OMEX"/>
  <we:alternateReferences>
    <we:reference id="wa104379997" version="3.0.0.0" store="wa1043799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270</Words>
  <Application>Microsoft Office PowerPoint</Application>
  <PresentationFormat>On-screen Show (16:9)</PresentationFormat>
  <Paragraphs>60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Montserrat</vt:lpstr>
      <vt:lpstr>Abel</vt:lpstr>
      <vt:lpstr>Arial</vt:lpstr>
      <vt:lpstr>Proxima Nova</vt:lpstr>
      <vt:lpstr>Custal Project Proposal by Slidesgo</vt:lpstr>
      <vt:lpstr>PROJECT</vt:lpstr>
      <vt:lpstr>Things we are going to discuss</vt:lpstr>
      <vt:lpstr>INTRODUCTION</vt:lpstr>
      <vt:lpstr>OBJECTIVES</vt:lpstr>
      <vt:lpstr>TOOLS AND PLATFORM</vt:lpstr>
      <vt:lpstr>SPECIFIC REQUIREMENTS</vt:lpstr>
      <vt:lpstr>DATA FLOW DIAGRAM</vt:lpstr>
      <vt:lpstr>FEATURES OF THE PROJECT</vt:lpstr>
      <vt:lpstr>FIGURES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creator>GOLLAPALLI SUPREETH</dc:creator>
  <cp:lastModifiedBy>GOLLAPALLI SUPREETH</cp:lastModifiedBy>
  <cp:revision>5</cp:revision>
  <dcterms:modified xsi:type="dcterms:W3CDTF">2025-05-03T12:09:02Z</dcterms:modified>
</cp:coreProperties>
</file>